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490F"/>
    <a:srgbClr val="F06E34"/>
    <a:srgbClr val="F4966C"/>
    <a:srgbClr val="4C5B68"/>
    <a:srgbClr val="586A7A"/>
    <a:srgbClr val="768A9C"/>
    <a:srgbClr val="ABC975"/>
    <a:srgbClr val="D3E3B7"/>
    <a:srgbClr val="58ADC8"/>
    <a:srgbClr val="94C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309" y="0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77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65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54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52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22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34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51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13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17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63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18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sv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48F5FF7-57BA-9973-E075-69D964EDE0B4}"/>
              </a:ext>
            </a:extLst>
          </p:cNvPr>
          <p:cNvCxnSpPr>
            <a:cxnSpLocks/>
          </p:cNvCxnSpPr>
          <p:nvPr/>
        </p:nvCxnSpPr>
        <p:spPr>
          <a:xfrm>
            <a:off x="627888" y="1912112"/>
            <a:ext cx="0" cy="6083300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BAE5890-57C4-1C57-2BC2-07F4EE5DFF6F}"/>
              </a:ext>
            </a:extLst>
          </p:cNvPr>
          <p:cNvCxnSpPr>
            <a:cxnSpLocks/>
          </p:cNvCxnSpPr>
          <p:nvPr/>
        </p:nvCxnSpPr>
        <p:spPr>
          <a:xfrm>
            <a:off x="2606040" y="1912112"/>
            <a:ext cx="0" cy="6083300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CEF6AD9-3822-C36D-CBB8-C592EBA8E514}"/>
              </a:ext>
            </a:extLst>
          </p:cNvPr>
          <p:cNvCxnSpPr>
            <a:cxnSpLocks/>
          </p:cNvCxnSpPr>
          <p:nvPr/>
        </p:nvCxnSpPr>
        <p:spPr>
          <a:xfrm>
            <a:off x="4357371" y="1912112"/>
            <a:ext cx="0" cy="6083300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E3E1B0F-AFC5-06E5-C784-9C6D042E9B53}"/>
              </a:ext>
            </a:extLst>
          </p:cNvPr>
          <p:cNvCxnSpPr>
            <a:cxnSpLocks/>
          </p:cNvCxnSpPr>
          <p:nvPr/>
        </p:nvCxnSpPr>
        <p:spPr>
          <a:xfrm>
            <a:off x="6085839" y="1912112"/>
            <a:ext cx="0" cy="6083300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70E76FD-5BDD-6842-C605-6CD938D31388}"/>
              </a:ext>
            </a:extLst>
          </p:cNvPr>
          <p:cNvGrpSpPr/>
          <p:nvPr/>
        </p:nvGrpSpPr>
        <p:grpSpPr>
          <a:xfrm>
            <a:off x="-101599" y="342900"/>
            <a:ext cx="1666238" cy="1520571"/>
            <a:chOff x="-101599" y="342900"/>
            <a:chExt cx="1666238" cy="1520571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8E107158-B20F-67F8-9DB1-EECBBF569AB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8760" y="342900"/>
              <a:ext cx="1066800" cy="106680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01339B9-9A33-F6AA-F43D-4EBDCA2A0EA0}"/>
                </a:ext>
              </a:extLst>
            </p:cNvPr>
            <p:cNvSpPr txBox="1"/>
            <p:nvPr/>
          </p:nvSpPr>
          <p:spPr>
            <a:xfrm>
              <a:off x="-101599" y="1278696"/>
              <a:ext cx="16662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Registration Authority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924160A-EFC9-4116-FF40-D078EFACD7E9}"/>
              </a:ext>
            </a:extLst>
          </p:cNvPr>
          <p:cNvGrpSpPr/>
          <p:nvPr/>
        </p:nvGrpSpPr>
        <p:grpSpPr>
          <a:xfrm>
            <a:off x="3586482" y="459819"/>
            <a:ext cx="1666238" cy="1318720"/>
            <a:chOff x="1772921" y="421640"/>
            <a:chExt cx="1666238" cy="1318720"/>
          </a:xfrm>
        </p:grpSpPr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44FFCB91-9C11-9430-4A61-390F9744D79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51380" y="421640"/>
              <a:ext cx="909320" cy="90932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0C3BD4D-554E-E053-75BF-9601D7AB2BF1}"/>
                </a:ext>
              </a:extLst>
            </p:cNvPr>
            <p:cNvSpPr txBox="1"/>
            <p:nvPr/>
          </p:nvSpPr>
          <p:spPr>
            <a:xfrm>
              <a:off x="1772921" y="1401806"/>
              <a:ext cx="1666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 Service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1D54135-E977-914C-F65E-D470A719E479}"/>
              </a:ext>
            </a:extLst>
          </p:cNvPr>
          <p:cNvGrpSpPr/>
          <p:nvPr/>
        </p:nvGrpSpPr>
        <p:grpSpPr>
          <a:xfrm>
            <a:off x="1800337" y="468484"/>
            <a:ext cx="1666238" cy="1304943"/>
            <a:chOff x="3524252" y="435417"/>
            <a:chExt cx="1666238" cy="1304943"/>
          </a:xfrm>
        </p:grpSpPr>
        <p:sp>
          <p:nvSpPr>
            <p:cNvPr id="31" name="图形 12">
              <a:extLst>
                <a:ext uri="{FF2B5EF4-FFF2-40B4-BE49-F238E27FC236}">
                  <a16:creationId xmlns:a16="http://schemas.microsoft.com/office/drawing/2014/main" id="{A2A2BEF7-D15B-B6BC-52F5-20F7AF8BBD37}"/>
                </a:ext>
              </a:extLst>
            </p:cNvPr>
            <p:cNvSpPr/>
            <p:nvPr/>
          </p:nvSpPr>
          <p:spPr>
            <a:xfrm>
              <a:off x="3920298" y="435417"/>
              <a:ext cx="881764" cy="881764"/>
            </a:xfrm>
            <a:custGeom>
              <a:avLst/>
              <a:gdLst>
                <a:gd name="connsiteX0" fmla="*/ 400197 w 881764"/>
                <a:gd name="connsiteY0" fmla="*/ 400463 h 881764"/>
                <a:gd name="connsiteX1" fmla="*/ 400197 w 881764"/>
                <a:gd name="connsiteY1" fmla="*/ 480676 h 881764"/>
                <a:gd name="connsiteX2" fmla="*/ 480382 w 881764"/>
                <a:gd name="connsiteY2" fmla="*/ 480676 h 881764"/>
                <a:gd name="connsiteX3" fmla="*/ 480382 w 881764"/>
                <a:gd name="connsiteY3" fmla="*/ 400463 h 881764"/>
                <a:gd name="connsiteX4" fmla="*/ 360159 w 881764"/>
                <a:gd name="connsiteY4" fmla="*/ 320264 h 881764"/>
                <a:gd name="connsiteX5" fmla="*/ 520406 w 881764"/>
                <a:gd name="connsiteY5" fmla="*/ 320264 h 881764"/>
                <a:gd name="connsiteX6" fmla="*/ 560443 w 881764"/>
                <a:gd name="connsiteY6" fmla="*/ 360425 h 881764"/>
                <a:gd name="connsiteX7" fmla="*/ 560443 w 881764"/>
                <a:gd name="connsiteY7" fmla="*/ 520713 h 881764"/>
                <a:gd name="connsiteX8" fmla="*/ 520406 w 881764"/>
                <a:gd name="connsiteY8" fmla="*/ 560751 h 881764"/>
                <a:gd name="connsiteX9" fmla="*/ 360159 w 881764"/>
                <a:gd name="connsiteY9" fmla="*/ 560751 h 881764"/>
                <a:gd name="connsiteX10" fmla="*/ 320011 w 881764"/>
                <a:gd name="connsiteY10" fmla="*/ 520713 h 881764"/>
                <a:gd name="connsiteX11" fmla="*/ 320011 w 881764"/>
                <a:gd name="connsiteY11" fmla="*/ 360425 h 881764"/>
                <a:gd name="connsiteX12" fmla="*/ 360159 w 881764"/>
                <a:gd name="connsiteY12" fmla="*/ 320264 h 881764"/>
                <a:gd name="connsiteX13" fmla="*/ 239881 w 881764"/>
                <a:gd name="connsiteY13" fmla="*/ 240160 h 881764"/>
                <a:gd name="connsiteX14" fmla="*/ 239881 w 881764"/>
                <a:gd name="connsiteY14" fmla="*/ 640950 h 881764"/>
                <a:gd name="connsiteX15" fmla="*/ 640670 w 881764"/>
                <a:gd name="connsiteY15" fmla="*/ 640950 h 881764"/>
                <a:gd name="connsiteX16" fmla="*/ 640670 w 881764"/>
                <a:gd name="connsiteY16" fmla="*/ 240160 h 881764"/>
                <a:gd name="connsiteX17" fmla="*/ 279932 w 881764"/>
                <a:gd name="connsiteY17" fmla="*/ -327 h 881764"/>
                <a:gd name="connsiteX18" fmla="*/ 319970 w 881764"/>
                <a:gd name="connsiteY18" fmla="*/ 39711 h 881764"/>
                <a:gd name="connsiteX19" fmla="*/ 319970 w 881764"/>
                <a:gd name="connsiteY19" fmla="*/ 159961 h 881764"/>
                <a:gd name="connsiteX20" fmla="*/ 400169 w 881764"/>
                <a:gd name="connsiteY20" fmla="*/ 159961 h 881764"/>
                <a:gd name="connsiteX21" fmla="*/ 400169 w 881764"/>
                <a:gd name="connsiteY21" fmla="*/ 39711 h 881764"/>
                <a:gd name="connsiteX22" fmla="*/ 440206 w 881764"/>
                <a:gd name="connsiteY22" fmla="*/ -327 h 881764"/>
                <a:gd name="connsiteX23" fmla="*/ 480382 w 881764"/>
                <a:gd name="connsiteY23" fmla="*/ 39711 h 881764"/>
                <a:gd name="connsiteX24" fmla="*/ 480382 w 881764"/>
                <a:gd name="connsiteY24" fmla="*/ 159961 h 881764"/>
                <a:gd name="connsiteX25" fmla="*/ 560458 w 881764"/>
                <a:gd name="connsiteY25" fmla="*/ 159961 h 881764"/>
                <a:gd name="connsiteX26" fmla="*/ 560458 w 881764"/>
                <a:gd name="connsiteY26" fmla="*/ 39711 h 881764"/>
                <a:gd name="connsiteX27" fmla="*/ 600632 w 881764"/>
                <a:gd name="connsiteY27" fmla="*/ -327 h 881764"/>
                <a:gd name="connsiteX28" fmla="*/ 640670 w 881764"/>
                <a:gd name="connsiteY28" fmla="*/ 39711 h 881764"/>
                <a:gd name="connsiteX29" fmla="*/ 640670 w 881764"/>
                <a:gd name="connsiteY29" fmla="*/ 159961 h 881764"/>
                <a:gd name="connsiteX30" fmla="*/ 680708 w 881764"/>
                <a:gd name="connsiteY30" fmla="*/ 159961 h 881764"/>
                <a:gd name="connsiteX31" fmla="*/ 720745 w 881764"/>
                <a:gd name="connsiteY31" fmla="*/ 200123 h 881764"/>
                <a:gd name="connsiteX32" fmla="*/ 720745 w 881764"/>
                <a:gd name="connsiteY32" fmla="*/ 240160 h 881764"/>
                <a:gd name="connsiteX33" fmla="*/ 840997 w 881764"/>
                <a:gd name="connsiteY33" fmla="*/ 240160 h 881764"/>
                <a:gd name="connsiteX34" fmla="*/ 881158 w 881764"/>
                <a:gd name="connsiteY34" fmla="*/ 280212 h 881764"/>
                <a:gd name="connsiteX35" fmla="*/ 840997 w 881764"/>
                <a:gd name="connsiteY35" fmla="*/ 320250 h 881764"/>
                <a:gd name="connsiteX36" fmla="*/ 720745 w 881764"/>
                <a:gd name="connsiteY36" fmla="*/ 320250 h 881764"/>
                <a:gd name="connsiteX37" fmla="*/ 720745 w 881764"/>
                <a:gd name="connsiteY37" fmla="*/ 400449 h 881764"/>
                <a:gd name="connsiteX38" fmla="*/ 840997 w 881764"/>
                <a:gd name="connsiteY38" fmla="*/ 400449 h 881764"/>
                <a:gd name="connsiteX39" fmla="*/ 881158 w 881764"/>
                <a:gd name="connsiteY39" fmla="*/ 440486 h 881764"/>
                <a:gd name="connsiteX40" fmla="*/ 840997 w 881764"/>
                <a:gd name="connsiteY40" fmla="*/ 480662 h 881764"/>
                <a:gd name="connsiteX41" fmla="*/ 720745 w 881764"/>
                <a:gd name="connsiteY41" fmla="*/ 480662 h 881764"/>
                <a:gd name="connsiteX42" fmla="*/ 720745 w 881764"/>
                <a:gd name="connsiteY42" fmla="*/ 560737 h 881764"/>
                <a:gd name="connsiteX43" fmla="*/ 840997 w 881764"/>
                <a:gd name="connsiteY43" fmla="*/ 560737 h 881764"/>
                <a:gd name="connsiteX44" fmla="*/ 881158 w 881764"/>
                <a:gd name="connsiteY44" fmla="*/ 600899 h 881764"/>
                <a:gd name="connsiteX45" fmla="*/ 840997 w 881764"/>
                <a:gd name="connsiteY45" fmla="*/ 640950 h 881764"/>
                <a:gd name="connsiteX46" fmla="*/ 720745 w 881764"/>
                <a:gd name="connsiteY46" fmla="*/ 640950 h 881764"/>
                <a:gd name="connsiteX47" fmla="*/ 720745 w 881764"/>
                <a:gd name="connsiteY47" fmla="*/ 680988 h 881764"/>
                <a:gd name="connsiteX48" fmla="*/ 680708 w 881764"/>
                <a:gd name="connsiteY48" fmla="*/ 721025 h 881764"/>
                <a:gd name="connsiteX49" fmla="*/ 640670 w 881764"/>
                <a:gd name="connsiteY49" fmla="*/ 721025 h 881764"/>
                <a:gd name="connsiteX50" fmla="*/ 640670 w 881764"/>
                <a:gd name="connsiteY50" fmla="*/ 841276 h 881764"/>
                <a:gd name="connsiteX51" fmla="*/ 600632 w 881764"/>
                <a:gd name="connsiteY51" fmla="*/ 881438 h 881764"/>
                <a:gd name="connsiteX52" fmla="*/ 560458 w 881764"/>
                <a:gd name="connsiteY52" fmla="*/ 841276 h 881764"/>
                <a:gd name="connsiteX53" fmla="*/ 560458 w 881764"/>
                <a:gd name="connsiteY53" fmla="*/ 721025 h 881764"/>
                <a:gd name="connsiteX54" fmla="*/ 480382 w 881764"/>
                <a:gd name="connsiteY54" fmla="*/ 721025 h 881764"/>
                <a:gd name="connsiteX55" fmla="*/ 480382 w 881764"/>
                <a:gd name="connsiteY55" fmla="*/ 841276 h 881764"/>
                <a:gd name="connsiteX56" fmla="*/ 440206 w 881764"/>
                <a:gd name="connsiteY56" fmla="*/ 881438 h 881764"/>
                <a:gd name="connsiteX57" fmla="*/ 400169 w 881764"/>
                <a:gd name="connsiteY57" fmla="*/ 841276 h 881764"/>
                <a:gd name="connsiteX58" fmla="*/ 400169 w 881764"/>
                <a:gd name="connsiteY58" fmla="*/ 721025 h 881764"/>
                <a:gd name="connsiteX59" fmla="*/ 319970 w 881764"/>
                <a:gd name="connsiteY59" fmla="*/ 721025 h 881764"/>
                <a:gd name="connsiteX60" fmla="*/ 319970 w 881764"/>
                <a:gd name="connsiteY60" fmla="*/ 841276 h 881764"/>
                <a:gd name="connsiteX61" fmla="*/ 279932 w 881764"/>
                <a:gd name="connsiteY61" fmla="*/ 881438 h 881764"/>
                <a:gd name="connsiteX62" fmla="*/ 239881 w 881764"/>
                <a:gd name="connsiteY62" fmla="*/ 841276 h 881764"/>
                <a:gd name="connsiteX63" fmla="*/ 239881 w 881764"/>
                <a:gd name="connsiteY63" fmla="*/ 721025 h 881764"/>
                <a:gd name="connsiteX64" fmla="*/ 199843 w 881764"/>
                <a:gd name="connsiteY64" fmla="*/ 721025 h 881764"/>
                <a:gd name="connsiteX65" fmla="*/ 159681 w 881764"/>
                <a:gd name="connsiteY65" fmla="*/ 680988 h 881764"/>
                <a:gd name="connsiteX66" fmla="*/ 159681 w 881764"/>
                <a:gd name="connsiteY66" fmla="*/ 640950 h 881764"/>
                <a:gd name="connsiteX67" fmla="*/ 39431 w 881764"/>
                <a:gd name="connsiteY67" fmla="*/ 640950 h 881764"/>
                <a:gd name="connsiteX68" fmla="*/ -607 w 881764"/>
                <a:gd name="connsiteY68" fmla="*/ 600899 h 881764"/>
                <a:gd name="connsiteX69" fmla="*/ 39431 w 881764"/>
                <a:gd name="connsiteY69" fmla="*/ 560737 h 881764"/>
                <a:gd name="connsiteX70" fmla="*/ 159681 w 881764"/>
                <a:gd name="connsiteY70" fmla="*/ 560737 h 881764"/>
                <a:gd name="connsiteX71" fmla="*/ 159681 w 881764"/>
                <a:gd name="connsiteY71" fmla="*/ 480662 h 881764"/>
                <a:gd name="connsiteX72" fmla="*/ 39431 w 881764"/>
                <a:gd name="connsiteY72" fmla="*/ 480662 h 881764"/>
                <a:gd name="connsiteX73" fmla="*/ -607 w 881764"/>
                <a:gd name="connsiteY73" fmla="*/ 440486 h 881764"/>
                <a:gd name="connsiteX74" fmla="*/ 39431 w 881764"/>
                <a:gd name="connsiteY74" fmla="*/ 400449 h 881764"/>
                <a:gd name="connsiteX75" fmla="*/ 159681 w 881764"/>
                <a:gd name="connsiteY75" fmla="*/ 400449 h 881764"/>
                <a:gd name="connsiteX76" fmla="*/ 159681 w 881764"/>
                <a:gd name="connsiteY76" fmla="*/ 320250 h 881764"/>
                <a:gd name="connsiteX77" fmla="*/ 39431 w 881764"/>
                <a:gd name="connsiteY77" fmla="*/ 320250 h 881764"/>
                <a:gd name="connsiteX78" fmla="*/ -607 w 881764"/>
                <a:gd name="connsiteY78" fmla="*/ 280212 h 881764"/>
                <a:gd name="connsiteX79" fmla="*/ 39431 w 881764"/>
                <a:gd name="connsiteY79" fmla="*/ 240160 h 881764"/>
                <a:gd name="connsiteX80" fmla="*/ 159681 w 881764"/>
                <a:gd name="connsiteY80" fmla="*/ 240160 h 881764"/>
                <a:gd name="connsiteX81" fmla="*/ 159681 w 881764"/>
                <a:gd name="connsiteY81" fmla="*/ 200123 h 881764"/>
                <a:gd name="connsiteX82" fmla="*/ 199843 w 881764"/>
                <a:gd name="connsiteY82" fmla="*/ 159961 h 881764"/>
                <a:gd name="connsiteX83" fmla="*/ 239881 w 881764"/>
                <a:gd name="connsiteY83" fmla="*/ 159961 h 881764"/>
                <a:gd name="connsiteX84" fmla="*/ 239881 w 881764"/>
                <a:gd name="connsiteY84" fmla="*/ 39711 h 881764"/>
                <a:gd name="connsiteX85" fmla="*/ 279932 w 881764"/>
                <a:gd name="connsiteY85" fmla="*/ -327 h 8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881764" h="881764">
                  <a:moveTo>
                    <a:pt x="400197" y="400463"/>
                  </a:moveTo>
                  <a:lnTo>
                    <a:pt x="400197" y="480676"/>
                  </a:lnTo>
                  <a:lnTo>
                    <a:pt x="480382" y="480676"/>
                  </a:lnTo>
                  <a:lnTo>
                    <a:pt x="480382" y="400463"/>
                  </a:lnTo>
                  <a:close/>
                  <a:moveTo>
                    <a:pt x="360159" y="320264"/>
                  </a:moveTo>
                  <a:lnTo>
                    <a:pt x="520406" y="320264"/>
                  </a:lnTo>
                  <a:cubicBezTo>
                    <a:pt x="542491" y="320264"/>
                    <a:pt x="560443" y="338215"/>
                    <a:pt x="560443" y="360425"/>
                  </a:cubicBezTo>
                  <a:lnTo>
                    <a:pt x="560443" y="520713"/>
                  </a:lnTo>
                  <a:cubicBezTo>
                    <a:pt x="560443" y="542799"/>
                    <a:pt x="542491" y="560751"/>
                    <a:pt x="520406" y="560751"/>
                  </a:cubicBezTo>
                  <a:lnTo>
                    <a:pt x="360159" y="560751"/>
                  </a:lnTo>
                  <a:cubicBezTo>
                    <a:pt x="337949" y="560751"/>
                    <a:pt x="320011" y="542799"/>
                    <a:pt x="320011" y="520713"/>
                  </a:cubicBezTo>
                  <a:lnTo>
                    <a:pt x="320011" y="360425"/>
                  </a:lnTo>
                  <a:cubicBezTo>
                    <a:pt x="320011" y="338215"/>
                    <a:pt x="337949" y="320264"/>
                    <a:pt x="360159" y="320264"/>
                  </a:cubicBezTo>
                  <a:close/>
                  <a:moveTo>
                    <a:pt x="239881" y="240160"/>
                  </a:moveTo>
                  <a:lnTo>
                    <a:pt x="239881" y="640950"/>
                  </a:lnTo>
                  <a:lnTo>
                    <a:pt x="640670" y="640950"/>
                  </a:lnTo>
                  <a:lnTo>
                    <a:pt x="640670" y="240160"/>
                  </a:lnTo>
                  <a:close/>
                  <a:moveTo>
                    <a:pt x="279932" y="-327"/>
                  </a:moveTo>
                  <a:cubicBezTo>
                    <a:pt x="302018" y="-327"/>
                    <a:pt x="319970" y="17625"/>
                    <a:pt x="319970" y="39711"/>
                  </a:cubicBezTo>
                  <a:lnTo>
                    <a:pt x="319970" y="159961"/>
                  </a:lnTo>
                  <a:lnTo>
                    <a:pt x="400169" y="159961"/>
                  </a:lnTo>
                  <a:lnTo>
                    <a:pt x="400169" y="39711"/>
                  </a:lnTo>
                  <a:cubicBezTo>
                    <a:pt x="400169" y="17625"/>
                    <a:pt x="418121" y="-327"/>
                    <a:pt x="440206" y="-327"/>
                  </a:cubicBezTo>
                  <a:cubicBezTo>
                    <a:pt x="462429" y="-327"/>
                    <a:pt x="480382" y="17625"/>
                    <a:pt x="480382" y="39711"/>
                  </a:cubicBezTo>
                  <a:lnTo>
                    <a:pt x="480382" y="159961"/>
                  </a:lnTo>
                  <a:lnTo>
                    <a:pt x="560458" y="159961"/>
                  </a:lnTo>
                  <a:lnTo>
                    <a:pt x="560458" y="39711"/>
                  </a:lnTo>
                  <a:cubicBezTo>
                    <a:pt x="560458" y="17625"/>
                    <a:pt x="578409" y="-327"/>
                    <a:pt x="600632" y="-327"/>
                  </a:cubicBezTo>
                  <a:cubicBezTo>
                    <a:pt x="622718" y="-327"/>
                    <a:pt x="640670" y="17625"/>
                    <a:pt x="640670" y="39711"/>
                  </a:cubicBezTo>
                  <a:lnTo>
                    <a:pt x="640670" y="159961"/>
                  </a:lnTo>
                  <a:lnTo>
                    <a:pt x="680708" y="159961"/>
                  </a:lnTo>
                  <a:cubicBezTo>
                    <a:pt x="702917" y="159961"/>
                    <a:pt x="720745" y="177914"/>
                    <a:pt x="720745" y="200123"/>
                  </a:cubicBezTo>
                  <a:lnTo>
                    <a:pt x="720745" y="240160"/>
                  </a:lnTo>
                  <a:lnTo>
                    <a:pt x="840997" y="240160"/>
                  </a:lnTo>
                  <a:cubicBezTo>
                    <a:pt x="863206" y="240160"/>
                    <a:pt x="881158" y="258113"/>
                    <a:pt x="881158" y="280212"/>
                  </a:cubicBezTo>
                  <a:cubicBezTo>
                    <a:pt x="881158" y="302297"/>
                    <a:pt x="863206" y="320250"/>
                    <a:pt x="840997" y="320250"/>
                  </a:cubicBezTo>
                  <a:lnTo>
                    <a:pt x="720745" y="320250"/>
                  </a:lnTo>
                  <a:lnTo>
                    <a:pt x="720745" y="400449"/>
                  </a:lnTo>
                  <a:lnTo>
                    <a:pt x="840997" y="400449"/>
                  </a:lnTo>
                  <a:cubicBezTo>
                    <a:pt x="863206" y="400449"/>
                    <a:pt x="881158" y="418401"/>
                    <a:pt x="881158" y="440486"/>
                  </a:cubicBezTo>
                  <a:cubicBezTo>
                    <a:pt x="881158" y="462710"/>
                    <a:pt x="863206" y="480662"/>
                    <a:pt x="840997" y="480662"/>
                  </a:cubicBezTo>
                  <a:lnTo>
                    <a:pt x="720745" y="480662"/>
                  </a:lnTo>
                  <a:lnTo>
                    <a:pt x="720745" y="560737"/>
                  </a:lnTo>
                  <a:lnTo>
                    <a:pt x="840997" y="560737"/>
                  </a:lnTo>
                  <a:cubicBezTo>
                    <a:pt x="863206" y="560737"/>
                    <a:pt x="881158" y="578689"/>
                    <a:pt x="881158" y="600899"/>
                  </a:cubicBezTo>
                  <a:cubicBezTo>
                    <a:pt x="881158" y="622998"/>
                    <a:pt x="863206" y="640950"/>
                    <a:pt x="840997" y="640950"/>
                  </a:cubicBezTo>
                  <a:lnTo>
                    <a:pt x="720745" y="640950"/>
                  </a:lnTo>
                  <a:lnTo>
                    <a:pt x="720745" y="680988"/>
                  </a:lnTo>
                  <a:cubicBezTo>
                    <a:pt x="720745" y="703197"/>
                    <a:pt x="702917" y="721025"/>
                    <a:pt x="680708" y="721025"/>
                  </a:cubicBezTo>
                  <a:lnTo>
                    <a:pt x="640670" y="721025"/>
                  </a:lnTo>
                  <a:lnTo>
                    <a:pt x="640670" y="841276"/>
                  </a:lnTo>
                  <a:cubicBezTo>
                    <a:pt x="640670" y="863486"/>
                    <a:pt x="622718" y="881438"/>
                    <a:pt x="600632" y="881438"/>
                  </a:cubicBezTo>
                  <a:cubicBezTo>
                    <a:pt x="578409" y="881438"/>
                    <a:pt x="560458" y="863486"/>
                    <a:pt x="560458" y="841276"/>
                  </a:cubicBezTo>
                  <a:lnTo>
                    <a:pt x="560458" y="721025"/>
                  </a:lnTo>
                  <a:lnTo>
                    <a:pt x="480382" y="721025"/>
                  </a:lnTo>
                  <a:lnTo>
                    <a:pt x="480382" y="841276"/>
                  </a:lnTo>
                  <a:cubicBezTo>
                    <a:pt x="480382" y="863486"/>
                    <a:pt x="462429" y="881438"/>
                    <a:pt x="440206" y="881438"/>
                  </a:cubicBezTo>
                  <a:cubicBezTo>
                    <a:pt x="418121" y="881438"/>
                    <a:pt x="400169" y="863486"/>
                    <a:pt x="400169" y="841276"/>
                  </a:cubicBezTo>
                  <a:lnTo>
                    <a:pt x="400169" y="721025"/>
                  </a:lnTo>
                  <a:lnTo>
                    <a:pt x="319970" y="721025"/>
                  </a:lnTo>
                  <a:lnTo>
                    <a:pt x="319970" y="841276"/>
                  </a:lnTo>
                  <a:cubicBezTo>
                    <a:pt x="319970" y="863486"/>
                    <a:pt x="302141" y="881438"/>
                    <a:pt x="279932" y="881438"/>
                  </a:cubicBezTo>
                  <a:cubicBezTo>
                    <a:pt x="257833" y="881438"/>
                    <a:pt x="239881" y="863486"/>
                    <a:pt x="239881" y="841276"/>
                  </a:cubicBezTo>
                  <a:lnTo>
                    <a:pt x="239881" y="721025"/>
                  </a:lnTo>
                  <a:lnTo>
                    <a:pt x="199843" y="721025"/>
                  </a:lnTo>
                  <a:cubicBezTo>
                    <a:pt x="177634" y="721025"/>
                    <a:pt x="159681" y="703197"/>
                    <a:pt x="159681" y="680988"/>
                  </a:cubicBezTo>
                  <a:lnTo>
                    <a:pt x="159681" y="640950"/>
                  </a:lnTo>
                  <a:lnTo>
                    <a:pt x="39431" y="640950"/>
                  </a:lnTo>
                  <a:cubicBezTo>
                    <a:pt x="17345" y="640950"/>
                    <a:pt x="-607" y="622998"/>
                    <a:pt x="-607" y="600899"/>
                  </a:cubicBezTo>
                  <a:cubicBezTo>
                    <a:pt x="-607" y="578689"/>
                    <a:pt x="17345" y="560737"/>
                    <a:pt x="39431" y="560737"/>
                  </a:cubicBezTo>
                  <a:lnTo>
                    <a:pt x="159681" y="560737"/>
                  </a:lnTo>
                  <a:lnTo>
                    <a:pt x="159681" y="480662"/>
                  </a:lnTo>
                  <a:lnTo>
                    <a:pt x="39431" y="480662"/>
                  </a:lnTo>
                  <a:cubicBezTo>
                    <a:pt x="17345" y="480662"/>
                    <a:pt x="-607" y="462710"/>
                    <a:pt x="-607" y="440486"/>
                  </a:cubicBezTo>
                  <a:cubicBezTo>
                    <a:pt x="-607" y="418401"/>
                    <a:pt x="17345" y="400449"/>
                    <a:pt x="39431" y="400449"/>
                  </a:cubicBezTo>
                  <a:lnTo>
                    <a:pt x="159681" y="400449"/>
                  </a:lnTo>
                  <a:lnTo>
                    <a:pt x="159681" y="320250"/>
                  </a:lnTo>
                  <a:lnTo>
                    <a:pt x="39431" y="320250"/>
                  </a:lnTo>
                  <a:cubicBezTo>
                    <a:pt x="17345" y="320250"/>
                    <a:pt x="-607" y="302297"/>
                    <a:pt x="-607" y="280212"/>
                  </a:cubicBezTo>
                  <a:cubicBezTo>
                    <a:pt x="-607" y="258113"/>
                    <a:pt x="17345" y="240160"/>
                    <a:pt x="39431" y="240160"/>
                  </a:cubicBezTo>
                  <a:lnTo>
                    <a:pt x="159681" y="240160"/>
                  </a:lnTo>
                  <a:lnTo>
                    <a:pt x="159681" y="200123"/>
                  </a:lnTo>
                  <a:cubicBezTo>
                    <a:pt x="159681" y="177914"/>
                    <a:pt x="177634" y="159961"/>
                    <a:pt x="199843" y="159961"/>
                  </a:cubicBezTo>
                  <a:lnTo>
                    <a:pt x="239881" y="159961"/>
                  </a:lnTo>
                  <a:lnTo>
                    <a:pt x="239881" y="39711"/>
                  </a:lnTo>
                  <a:cubicBezTo>
                    <a:pt x="239881" y="17625"/>
                    <a:pt x="257833" y="-327"/>
                    <a:pt x="279932" y="-327"/>
                  </a:cubicBezTo>
                  <a:close/>
                </a:path>
              </a:pathLst>
            </a:custGeom>
            <a:solidFill>
              <a:srgbClr val="768A9C"/>
            </a:solidFill>
            <a:ln w="13710" cap="flat">
              <a:solidFill>
                <a:srgbClr val="4C5B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9AD35E-9C1E-AA19-59BB-CCAACD448C04}"/>
                </a:ext>
              </a:extLst>
            </p:cNvPr>
            <p:cNvSpPr txBox="1"/>
            <p:nvPr/>
          </p:nvSpPr>
          <p:spPr>
            <a:xfrm>
              <a:off x="3524252" y="1401806"/>
              <a:ext cx="1666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Attester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395FAB0-F08C-50D2-C2BE-827EB0D4D5CD}"/>
              </a:ext>
            </a:extLst>
          </p:cNvPr>
          <p:cNvGrpSpPr/>
          <p:nvPr/>
        </p:nvGrpSpPr>
        <p:grpSpPr>
          <a:xfrm>
            <a:off x="5252720" y="473902"/>
            <a:ext cx="1666238" cy="1304637"/>
            <a:chOff x="5252720" y="473902"/>
            <a:chExt cx="1666238" cy="130463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40E1BA8-540C-90A2-BF8C-C88030586BD9}"/>
                </a:ext>
              </a:extLst>
            </p:cNvPr>
            <p:cNvGrpSpPr/>
            <p:nvPr/>
          </p:nvGrpSpPr>
          <p:grpSpPr>
            <a:xfrm>
              <a:off x="5567517" y="473902"/>
              <a:ext cx="1036501" cy="804936"/>
              <a:chOff x="5567517" y="473902"/>
              <a:chExt cx="1036501" cy="804936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8D53B3CD-65F9-9F39-C561-AC93D7258D0B}"/>
                  </a:ext>
                </a:extLst>
              </p:cNvPr>
              <p:cNvSpPr/>
              <p:nvPr/>
            </p:nvSpPr>
            <p:spPr>
              <a:xfrm>
                <a:off x="6397202" y="1116116"/>
                <a:ext cx="72542" cy="72542"/>
              </a:xfrm>
              <a:custGeom>
                <a:avLst/>
                <a:gdLst>
                  <a:gd name="connsiteX0" fmla="*/ 0 w 72542"/>
                  <a:gd name="connsiteY0" fmla="*/ 36271 h 72542"/>
                  <a:gd name="connsiteX1" fmla="*/ 36271 w 72542"/>
                  <a:gd name="connsiteY1" fmla="*/ 72542 h 72542"/>
                  <a:gd name="connsiteX2" fmla="*/ 72542 w 72542"/>
                  <a:gd name="connsiteY2" fmla="*/ 36271 h 72542"/>
                  <a:gd name="connsiteX3" fmla="*/ 36271 w 72542"/>
                  <a:gd name="connsiteY3" fmla="*/ 0 h 72542"/>
                  <a:gd name="connsiteX4" fmla="*/ 0 w 72542"/>
                  <a:gd name="connsiteY4" fmla="*/ 36271 h 72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542" h="72542">
                    <a:moveTo>
                      <a:pt x="0" y="36271"/>
                    </a:moveTo>
                    <a:cubicBezTo>
                      <a:pt x="0" y="56304"/>
                      <a:pt x="16240" y="72542"/>
                      <a:pt x="36271" y="72542"/>
                    </a:cubicBezTo>
                    <a:cubicBezTo>
                      <a:pt x="56304" y="72542"/>
                      <a:pt x="72542" y="56304"/>
                      <a:pt x="72542" y="36271"/>
                    </a:cubicBezTo>
                    <a:cubicBezTo>
                      <a:pt x="72542" y="16240"/>
                      <a:pt x="56304" y="0"/>
                      <a:pt x="36271" y="0"/>
                    </a:cubicBezTo>
                    <a:cubicBezTo>
                      <a:pt x="16240" y="0"/>
                      <a:pt x="0" y="16240"/>
                      <a:pt x="0" y="36271"/>
                    </a:cubicBezTo>
                    <a:close/>
                  </a:path>
                </a:pathLst>
              </a:custGeom>
              <a:solidFill>
                <a:srgbClr val="F4966C"/>
              </a:solidFill>
              <a:ln w="1042" cap="flat">
                <a:solidFill>
                  <a:srgbClr val="CB490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B8192A95-8596-479A-58C9-A7E9C80494F2}"/>
                  </a:ext>
                </a:extLst>
              </p:cNvPr>
              <p:cNvSpPr/>
              <p:nvPr/>
            </p:nvSpPr>
            <p:spPr>
              <a:xfrm>
                <a:off x="5687568" y="473902"/>
                <a:ext cx="796543" cy="682751"/>
              </a:xfrm>
              <a:custGeom>
                <a:avLst/>
                <a:gdLst>
                  <a:gd name="connsiteX0" fmla="*/ 603666 w 796543"/>
                  <a:gd name="connsiteY0" fmla="*/ 682752 h 682751"/>
                  <a:gd name="connsiteX1" fmla="*/ 28447 w 796543"/>
                  <a:gd name="connsiteY1" fmla="*/ 682752 h 682751"/>
                  <a:gd name="connsiteX2" fmla="*/ 0 w 796543"/>
                  <a:gd name="connsiteY2" fmla="*/ 654305 h 682751"/>
                  <a:gd name="connsiteX3" fmla="*/ 0 w 796543"/>
                  <a:gd name="connsiteY3" fmla="*/ 91460 h 682751"/>
                  <a:gd name="connsiteX4" fmla="*/ 91460 w 796543"/>
                  <a:gd name="connsiteY4" fmla="*/ 0 h 682751"/>
                  <a:gd name="connsiteX5" fmla="*/ 705083 w 796543"/>
                  <a:gd name="connsiteY5" fmla="*/ 0 h 682751"/>
                  <a:gd name="connsiteX6" fmla="*/ 796543 w 796543"/>
                  <a:gd name="connsiteY6" fmla="*/ 91460 h 682751"/>
                  <a:gd name="connsiteX7" fmla="*/ 796543 w 796543"/>
                  <a:gd name="connsiteY7" fmla="*/ 250058 h 682751"/>
                  <a:gd name="connsiteX8" fmla="*/ 768090 w 796543"/>
                  <a:gd name="connsiteY8" fmla="*/ 278500 h 682751"/>
                  <a:gd name="connsiteX9" fmla="*/ 739648 w 796543"/>
                  <a:gd name="connsiteY9" fmla="*/ 250058 h 682751"/>
                  <a:gd name="connsiteX10" fmla="*/ 739648 w 796543"/>
                  <a:gd name="connsiteY10" fmla="*/ 91460 h 682751"/>
                  <a:gd name="connsiteX11" fmla="*/ 705083 w 796543"/>
                  <a:gd name="connsiteY11" fmla="*/ 56897 h 682751"/>
                  <a:gd name="connsiteX12" fmla="*/ 91460 w 796543"/>
                  <a:gd name="connsiteY12" fmla="*/ 56897 h 682751"/>
                  <a:gd name="connsiteX13" fmla="*/ 56896 w 796543"/>
                  <a:gd name="connsiteY13" fmla="*/ 91460 h 682751"/>
                  <a:gd name="connsiteX14" fmla="*/ 56896 w 796543"/>
                  <a:gd name="connsiteY14" fmla="*/ 625856 h 682751"/>
                  <a:gd name="connsiteX15" fmla="*/ 603666 w 796543"/>
                  <a:gd name="connsiteY15" fmla="*/ 625856 h 682751"/>
                  <a:gd name="connsiteX16" fmla="*/ 632109 w 796543"/>
                  <a:gd name="connsiteY16" fmla="*/ 654310 h 682751"/>
                  <a:gd name="connsiteX17" fmla="*/ 603666 w 796543"/>
                  <a:gd name="connsiteY17" fmla="*/ 682752 h 682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96543" h="682751">
                    <a:moveTo>
                      <a:pt x="603666" y="682752"/>
                    </a:moveTo>
                    <a:lnTo>
                      <a:pt x="28447" y="682752"/>
                    </a:lnTo>
                    <a:cubicBezTo>
                      <a:pt x="12736" y="682752"/>
                      <a:pt x="0" y="670016"/>
                      <a:pt x="0" y="654305"/>
                    </a:cubicBezTo>
                    <a:lnTo>
                      <a:pt x="0" y="91460"/>
                    </a:lnTo>
                    <a:cubicBezTo>
                      <a:pt x="78" y="40981"/>
                      <a:pt x="40980" y="78"/>
                      <a:pt x="91460" y="0"/>
                    </a:cubicBezTo>
                    <a:lnTo>
                      <a:pt x="705083" y="0"/>
                    </a:lnTo>
                    <a:cubicBezTo>
                      <a:pt x="755563" y="78"/>
                      <a:pt x="796465" y="40981"/>
                      <a:pt x="796543" y="91460"/>
                    </a:cubicBezTo>
                    <a:lnTo>
                      <a:pt x="796543" y="250058"/>
                    </a:lnTo>
                    <a:cubicBezTo>
                      <a:pt x="796540" y="265770"/>
                      <a:pt x="783801" y="278504"/>
                      <a:pt x="768090" y="278500"/>
                    </a:cubicBezTo>
                    <a:cubicBezTo>
                      <a:pt x="752383" y="278497"/>
                      <a:pt x="739651" y="265766"/>
                      <a:pt x="739648" y="250058"/>
                    </a:cubicBezTo>
                    <a:lnTo>
                      <a:pt x="739648" y="91460"/>
                    </a:lnTo>
                    <a:cubicBezTo>
                      <a:pt x="739570" y="72404"/>
                      <a:pt x="724141" y="56974"/>
                      <a:pt x="705083" y="56897"/>
                    </a:cubicBezTo>
                    <a:lnTo>
                      <a:pt x="91460" y="56897"/>
                    </a:lnTo>
                    <a:cubicBezTo>
                      <a:pt x="72403" y="56974"/>
                      <a:pt x="56974" y="72404"/>
                      <a:pt x="56896" y="91460"/>
                    </a:cubicBezTo>
                    <a:lnTo>
                      <a:pt x="56896" y="625856"/>
                    </a:lnTo>
                    <a:lnTo>
                      <a:pt x="603666" y="625856"/>
                    </a:lnTo>
                    <a:cubicBezTo>
                      <a:pt x="619377" y="625860"/>
                      <a:pt x="632111" y="638599"/>
                      <a:pt x="632109" y="654310"/>
                    </a:cubicBezTo>
                    <a:cubicBezTo>
                      <a:pt x="632106" y="670017"/>
                      <a:pt x="619373" y="682749"/>
                      <a:pt x="603666" y="682752"/>
                    </a:cubicBezTo>
                    <a:close/>
                  </a:path>
                </a:pathLst>
              </a:custGeom>
              <a:solidFill>
                <a:srgbClr val="F4966C"/>
              </a:solidFill>
              <a:ln w="1042" cap="flat">
                <a:solidFill>
                  <a:srgbClr val="CB490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EE6734F7-7A37-BD55-977E-2BADD81973B0}"/>
                  </a:ext>
                </a:extLst>
              </p:cNvPr>
              <p:cNvSpPr/>
              <p:nvPr/>
            </p:nvSpPr>
            <p:spPr>
              <a:xfrm>
                <a:off x="5567517" y="1099759"/>
                <a:ext cx="809909" cy="179079"/>
              </a:xfrm>
              <a:custGeom>
                <a:avLst/>
                <a:gdLst>
                  <a:gd name="connsiteX0" fmla="*/ 781467 w 809909"/>
                  <a:gd name="connsiteY0" fmla="*/ 178938 h 179079"/>
                  <a:gd name="connsiteX1" fmla="*/ 143378 w 809909"/>
                  <a:gd name="connsiteY1" fmla="*/ 178938 h 179079"/>
                  <a:gd name="connsiteX2" fmla="*/ 0 w 809909"/>
                  <a:gd name="connsiteY2" fmla="*/ 35702 h 179079"/>
                  <a:gd name="connsiteX3" fmla="*/ 0 w 809909"/>
                  <a:gd name="connsiteY3" fmla="*/ 31292 h 179079"/>
                  <a:gd name="connsiteX4" fmla="*/ 31293 w 809909"/>
                  <a:gd name="connsiteY4" fmla="*/ 0 h 179079"/>
                  <a:gd name="connsiteX5" fmla="*/ 723717 w 809909"/>
                  <a:gd name="connsiteY5" fmla="*/ 0 h 179079"/>
                  <a:gd name="connsiteX6" fmla="*/ 752160 w 809909"/>
                  <a:gd name="connsiteY6" fmla="*/ 28454 h 179079"/>
                  <a:gd name="connsiteX7" fmla="*/ 723717 w 809909"/>
                  <a:gd name="connsiteY7" fmla="*/ 56896 h 179079"/>
                  <a:gd name="connsiteX8" fmla="*/ 59599 w 809909"/>
                  <a:gd name="connsiteY8" fmla="*/ 56896 h 179079"/>
                  <a:gd name="connsiteX9" fmla="*/ 143378 w 809909"/>
                  <a:gd name="connsiteY9" fmla="*/ 122184 h 179079"/>
                  <a:gd name="connsiteX10" fmla="*/ 781467 w 809909"/>
                  <a:gd name="connsiteY10" fmla="*/ 122184 h 179079"/>
                  <a:gd name="connsiteX11" fmla="*/ 809909 w 809909"/>
                  <a:gd name="connsiteY11" fmla="*/ 150638 h 179079"/>
                  <a:gd name="connsiteX12" fmla="*/ 781467 w 809909"/>
                  <a:gd name="connsiteY12" fmla="*/ 179080 h 17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09909" h="179079">
                    <a:moveTo>
                      <a:pt x="781467" y="178938"/>
                    </a:moveTo>
                    <a:lnTo>
                      <a:pt x="143378" y="178938"/>
                    </a:lnTo>
                    <a:cubicBezTo>
                      <a:pt x="64280" y="178860"/>
                      <a:pt x="157" y="114800"/>
                      <a:pt x="0" y="35702"/>
                    </a:cubicBezTo>
                    <a:lnTo>
                      <a:pt x="0" y="31292"/>
                    </a:lnTo>
                    <a:cubicBezTo>
                      <a:pt x="0" y="14010"/>
                      <a:pt x="14010" y="0"/>
                      <a:pt x="31293" y="0"/>
                    </a:cubicBezTo>
                    <a:lnTo>
                      <a:pt x="723717" y="0"/>
                    </a:lnTo>
                    <a:cubicBezTo>
                      <a:pt x="739428" y="3"/>
                      <a:pt x="752162" y="12742"/>
                      <a:pt x="752160" y="28454"/>
                    </a:cubicBezTo>
                    <a:cubicBezTo>
                      <a:pt x="752157" y="44161"/>
                      <a:pt x="739424" y="56893"/>
                      <a:pt x="723717" y="56896"/>
                    </a:cubicBezTo>
                    <a:lnTo>
                      <a:pt x="59599" y="56896"/>
                    </a:lnTo>
                    <a:cubicBezTo>
                      <a:pt x="69342" y="95235"/>
                      <a:pt x="103820" y="122104"/>
                      <a:pt x="143378" y="122184"/>
                    </a:cubicBezTo>
                    <a:lnTo>
                      <a:pt x="781467" y="122184"/>
                    </a:lnTo>
                    <a:cubicBezTo>
                      <a:pt x="797178" y="122187"/>
                      <a:pt x="809912" y="134926"/>
                      <a:pt x="809909" y="150638"/>
                    </a:cubicBezTo>
                    <a:cubicBezTo>
                      <a:pt x="809906" y="166345"/>
                      <a:pt x="797174" y="179077"/>
                      <a:pt x="781467" y="179080"/>
                    </a:cubicBezTo>
                    <a:close/>
                  </a:path>
                </a:pathLst>
              </a:custGeom>
              <a:solidFill>
                <a:srgbClr val="F4966C"/>
              </a:solidFill>
              <a:ln w="1042" cap="flat">
                <a:solidFill>
                  <a:srgbClr val="CB490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FBCB0990-C4A2-04C7-1962-1467B043642E}"/>
                  </a:ext>
                </a:extLst>
              </p:cNvPr>
              <p:cNvSpPr/>
              <p:nvPr/>
            </p:nvSpPr>
            <p:spPr>
              <a:xfrm>
                <a:off x="6262644" y="695512"/>
                <a:ext cx="341374" cy="583184"/>
              </a:xfrm>
              <a:custGeom>
                <a:avLst/>
                <a:gdLst>
                  <a:gd name="connsiteX0" fmla="*/ 255036 w 341374"/>
                  <a:gd name="connsiteY0" fmla="*/ 583184 h 583184"/>
                  <a:gd name="connsiteX1" fmla="*/ 86340 w 341374"/>
                  <a:gd name="connsiteY1" fmla="*/ 583184 h 583184"/>
                  <a:gd name="connsiteX2" fmla="*/ 0 w 341374"/>
                  <a:gd name="connsiteY2" fmla="*/ 496844 h 583184"/>
                  <a:gd name="connsiteX3" fmla="*/ 0 w 341374"/>
                  <a:gd name="connsiteY3" fmla="*/ 86482 h 583184"/>
                  <a:gd name="connsiteX4" fmla="*/ 86340 w 341374"/>
                  <a:gd name="connsiteY4" fmla="*/ 0 h 583184"/>
                  <a:gd name="connsiteX5" fmla="*/ 255036 w 341374"/>
                  <a:gd name="connsiteY5" fmla="*/ 0 h 583184"/>
                  <a:gd name="connsiteX6" fmla="*/ 341375 w 341374"/>
                  <a:gd name="connsiteY6" fmla="*/ 86340 h 583184"/>
                  <a:gd name="connsiteX7" fmla="*/ 341375 w 341374"/>
                  <a:gd name="connsiteY7" fmla="*/ 496844 h 583184"/>
                  <a:gd name="connsiteX8" fmla="*/ 255036 w 341374"/>
                  <a:gd name="connsiteY8" fmla="*/ 583184 h 583184"/>
                  <a:gd name="connsiteX9" fmla="*/ 86340 w 341374"/>
                  <a:gd name="connsiteY9" fmla="*/ 56896 h 583184"/>
                  <a:gd name="connsiteX10" fmla="*/ 56896 w 341374"/>
                  <a:gd name="connsiteY10" fmla="*/ 86340 h 583184"/>
                  <a:gd name="connsiteX11" fmla="*/ 56896 w 341374"/>
                  <a:gd name="connsiteY11" fmla="*/ 496844 h 583184"/>
                  <a:gd name="connsiteX12" fmla="*/ 86340 w 341374"/>
                  <a:gd name="connsiteY12" fmla="*/ 526288 h 583184"/>
                  <a:gd name="connsiteX13" fmla="*/ 255036 w 341374"/>
                  <a:gd name="connsiteY13" fmla="*/ 526288 h 583184"/>
                  <a:gd name="connsiteX14" fmla="*/ 284480 w 341374"/>
                  <a:gd name="connsiteY14" fmla="*/ 496844 h 583184"/>
                  <a:gd name="connsiteX15" fmla="*/ 284480 w 341374"/>
                  <a:gd name="connsiteY15" fmla="*/ 86482 h 583184"/>
                  <a:gd name="connsiteX16" fmla="*/ 255036 w 341374"/>
                  <a:gd name="connsiteY16" fmla="*/ 57038 h 583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1374" h="583184">
                    <a:moveTo>
                      <a:pt x="255036" y="583184"/>
                    </a:moveTo>
                    <a:lnTo>
                      <a:pt x="86340" y="583184"/>
                    </a:lnTo>
                    <a:cubicBezTo>
                      <a:pt x="38688" y="583106"/>
                      <a:pt x="78" y="544496"/>
                      <a:pt x="0" y="496844"/>
                    </a:cubicBezTo>
                    <a:lnTo>
                      <a:pt x="0" y="86482"/>
                    </a:lnTo>
                    <a:cubicBezTo>
                      <a:pt x="0" y="38775"/>
                      <a:pt x="38633" y="78"/>
                      <a:pt x="86340" y="0"/>
                    </a:cubicBezTo>
                    <a:lnTo>
                      <a:pt x="255036" y="0"/>
                    </a:lnTo>
                    <a:cubicBezTo>
                      <a:pt x="302688" y="78"/>
                      <a:pt x="341302" y="38688"/>
                      <a:pt x="341375" y="86340"/>
                    </a:cubicBezTo>
                    <a:lnTo>
                      <a:pt x="341375" y="496844"/>
                    </a:lnTo>
                    <a:cubicBezTo>
                      <a:pt x="341302" y="544496"/>
                      <a:pt x="302688" y="583106"/>
                      <a:pt x="255036" y="583184"/>
                    </a:cubicBezTo>
                    <a:close/>
                    <a:moveTo>
                      <a:pt x="86340" y="56896"/>
                    </a:moveTo>
                    <a:cubicBezTo>
                      <a:pt x="70111" y="56974"/>
                      <a:pt x="56974" y="70111"/>
                      <a:pt x="56896" y="86340"/>
                    </a:cubicBezTo>
                    <a:lnTo>
                      <a:pt x="56896" y="496844"/>
                    </a:lnTo>
                    <a:cubicBezTo>
                      <a:pt x="56974" y="513074"/>
                      <a:pt x="70111" y="526211"/>
                      <a:pt x="86340" y="526288"/>
                    </a:cubicBezTo>
                    <a:lnTo>
                      <a:pt x="255036" y="526288"/>
                    </a:lnTo>
                    <a:cubicBezTo>
                      <a:pt x="271265" y="526211"/>
                      <a:pt x="284402" y="513074"/>
                      <a:pt x="284480" y="496844"/>
                    </a:cubicBezTo>
                    <a:lnTo>
                      <a:pt x="284480" y="86482"/>
                    </a:lnTo>
                    <a:cubicBezTo>
                      <a:pt x="284402" y="70254"/>
                      <a:pt x="271265" y="57116"/>
                      <a:pt x="255036" y="57038"/>
                    </a:cubicBezTo>
                    <a:close/>
                  </a:path>
                </a:pathLst>
              </a:custGeom>
              <a:solidFill>
                <a:srgbClr val="F4966C"/>
              </a:solidFill>
              <a:ln w="1042" cap="flat">
                <a:solidFill>
                  <a:srgbClr val="CB490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04BA0EE-D0EE-AEB0-6A0B-5A2C130BA9D8}"/>
                </a:ext>
              </a:extLst>
            </p:cNvPr>
            <p:cNvSpPr txBox="1"/>
            <p:nvPr/>
          </p:nvSpPr>
          <p:spPr>
            <a:xfrm>
              <a:off x="5252720" y="1439985"/>
              <a:ext cx="1666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Relying party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7290086-7089-38CA-C084-236D196A983E}"/>
              </a:ext>
            </a:extLst>
          </p:cNvPr>
          <p:cNvSpPr/>
          <p:nvPr/>
        </p:nvSpPr>
        <p:spPr>
          <a:xfrm>
            <a:off x="445018" y="1973518"/>
            <a:ext cx="5871453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Registration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E4F1AFA-2255-EF05-8C4A-C0F293C56160}"/>
              </a:ext>
            </a:extLst>
          </p:cNvPr>
          <p:cNvCxnSpPr>
            <a:cxnSpLocks/>
          </p:cNvCxnSpPr>
          <p:nvPr/>
        </p:nvCxnSpPr>
        <p:spPr>
          <a:xfrm flipH="1">
            <a:off x="627888" y="2798064"/>
            <a:ext cx="3729483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EB12BDB-8968-E947-273B-485F74B3C268}"/>
              </a:ext>
            </a:extLst>
          </p:cNvPr>
          <p:cNvCxnSpPr>
            <a:cxnSpLocks/>
          </p:cNvCxnSpPr>
          <p:nvPr/>
        </p:nvCxnSpPr>
        <p:spPr>
          <a:xfrm>
            <a:off x="627888" y="3255264"/>
            <a:ext cx="3729483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40310D0-E7D5-778D-1DBA-F60ABAFAD99E}"/>
              </a:ext>
            </a:extLst>
          </p:cNvPr>
          <p:cNvCxnSpPr>
            <a:cxnSpLocks/>
          </p:cNvCxnSpPr>
          <p:nvPr/>
        </p:nvCxnSpPr>
        <p:spPr>
          <a:xfrm flipH="1">
            <a:off x="2606040" y="4504944"/>
            <a:ext cx="3452205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A5619E7-A34C-EE77-0529-01BD42EF769A}"/>
              </a:ext>
            </a:extLst>
          </p:cNvPr>
          <p:cNvSpPr/>
          <p:nvPr/>
        </p:nvSpPr>
        <p:spPr>
          <a:xfrm>
            <a:off x="445018" y="3700272"/>
            <a:ext cx="5871453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Attestation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EB0F158-EDB5-297A-3DFF-3876D09C39F8}"/>
              </a:ext>
            </a:extLst>
          </p:cNvPr>
          <p:cNvCxnSpPr>
            <a:cxnSpLocks/>
          </p:cNvCxnSpPr>
          <p:nvPr/>
        </p:nvCxnSpPr>
        <p:spPr>
          <a:xfrm>
            <a:off x="2633456" y="4953762"/>
            <a:ext cx="1739810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115DF44-C1D7-8244-76DC-E2BEAB2CB369}"/>
              </a:ext>
            </a:extLst>
          </p:cNvPr>
          <p:cNvCxnSpPr>
            <a:cxnSpLocks/>
          </p:cNvCxnSpPr>
          <p:nvPr/>
        </p:nvCxnSpPr>
        <p:spPr>
          <a:xfrm flipH="1">
            <a:off x="2606040" y="5443728"/>
            <a:ext cx="1751331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74D7C76-99CC-5921-DFBB-57D94C10A6ED}"/>
              </a:ext>
            </a:extLst>
          </p:cNvPr>
          <p:cNvCxnSpPr>
            <a:cxnSpLocks/>
          </p:cNvCxnSpPr>
          <p:nvPr/>
        </p:nvCxnSpPr>
        <p:spPr>
          <a:xfrm>
            <a:off x="2633456" y="5855970"/>
            <a:ext cx="3452383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339A775-0C71-455E-3ED8-9A0509DD17B6}"/>
              </a:ext>
            </a:extLst>
          </p:cNvPr>
          <p:cNvSpPr/>
          <p:nvPr/>
        </p:nvSpPr>
        <p:spPr>
          <a:xfrm>
            <a:off x="445018" y="6240549"/>
            <a:ext cx="5871453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Open(Optional)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72158D0-A287-F1D8-E27B-04D905320DD9}"/>
              </a:ext>
            </a:extLst>
          </p:cNvPr>
          <p:cNvCxnSpPr>
            <a:cxnSpLocks/>
          </p:cNvCxnSpPr>
          <p:nvPr/>
        </p:nvCxnSpPr>
        <p:spPr>
          <a:xfrm flipH="1">
            <a:off x="627888" y="6912864"/>
            <a:ext cx="5457951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08F2A4-FE8F-446F-5649-1154B7193C98}"/>
              </a:ext>
            </a:extLst>
          </p:cNvPr>
          <p:cNvCxnSpPr>
            <a:cxnSpLocks/>
          </p:cNvCxnSpPr>
          <p:nvPr/>
        </p:nvCxnSpPr>
        <p:spPr>
          <a:xfrm>
            <a:off x="627888" y="7270242"/>
            <a:ext cx="5457951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2CB0859-EFD5-2CDD-C160-4F257621A086}"/>
                  </a:ext>
                </a:extLst>
              </p:cNvPr>
              <p:cNvSpPr txBox="1"/>
              <p:nvPr/>
            </p:nvSpPr>
            <p:spPr>
              <a:xfrm>
                <a:off x="1800337" y="2491944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𝑅𝑒𝑔𝑖𝑠𝑡𝑟𝑎𝑡𝑖𝑜𝑛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𝑟𝑒𝑞𝑢𝑒𝑠𝑡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2CB0859-EFD5-2CDD-C160-4F257621A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337" y="2491944"/>
                <a:ext cx="1847105" cy="307777"/>
              </a:xfrm>
              <a:prstGeom prst="rect">
                <a:avLst/>
              </a:prstGeom>
              <a:blipFill>
                <a:blip r:embed="rId8"/>
                <a:stretch>
                  <a:fillRect t="-6000" r="-396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3F154AE-A6DF-9A48-810E-4038B9D2AFBA}"/>
                  </a:ext>
                </a:extLst>
              </p:cNvPr>
              <p:cNvSpPr txBox="1"/>
              <p:nvPr/>
            </p:nvSpPr>
            <p:spPr>
              <a:xfrm>
                <a:off x="1656256" y="2959679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𝐴𝑢𝑥</m:t>
                    </m:r>
                  </m:oMath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3F154AE-A6DF-9A48-810E-4038B9D2A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256" y="2959679"/>
                <a:ext cx="1847105" cy="307777"/>
              </a:xfrm>
              <a:prstGeom prst="rect">
                <a:avLst/>
              </a:prstGeom>
              <a:blipFill>
                <a:blip r:embed="rId9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40D2F95-1FB3-4086-A072-89A937D91E78}"/>
                  </a:ext>
                </a:extLst>
              </p:cNvPr>
              <p:cNvSpPr txBox="1"/>
              <p:nvPr/>
            </p:nvSpPr>
            <p:spPr>
              <a:xfrm>
                <a:off x="3395061" y="4212282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𝐴𝑡𝑡𝑒𝑠𝑡𝑎𝑡𝑖𝑜𝑛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𝑟𝑒𝑞𝑢𝑒𝑠𝑡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40D2F95-1FB3-4086-A072-89A937D91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061" y="4212282"/>
                <a:ext cx="1847105" cy="307777"/>
              </a:xfrm>
              <a:prstGeom prst="rect">
                <a:avLst/>
              </a:prstGeom>
              <a:blipFill>
                <a:blip r:embed="rId10"/>
                <a:stretch>
                  <a:fillRect t="-6000" r="-33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1ECBE4A-5A95-7555-5515-233D1C71362D}"/>
                  </a:ext>
                </a:extLst>
              </p:cNvPr>
              <p:cNvSpPr txBox="1"/>
              <p:nvPr/>
            </p:nvSpPr>
            <p:spPr>
              <a:xfrm>
                <a:off x="2606040" y="4653632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𝑟𝑒𝑝𝑜𝑟𝑡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1ECBE4A-5A95-7555-5515-233D1C713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0" y="4653632"/>
                <a:ext cx="1847105" cy="307777"/>
              </a:xfrm>
              <a:prstGeom prst="rect">
                <a:avLst/>
              </a:prstGeom>
              <a:blipFill>
                <a:blip r:embed="rId11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03932C2-5B48-80AD-EE1F-FCD6D1B432F6}"/>
                  </a:ext>
                </a:extLst>
              </p:cNvPr>
              <p:cNvSpPr txBox="1"/>
              <p:nvPr/>
            </p:nvSpPr>
            <p:spPr>
              <a:xfrm>
                <a:off x="2558152" y="5145444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zh-CN" altLang="en-US" sz="1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、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𝑣𝑠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03932C2-5B48-80AD-EE1F-FCD6D1B4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52" y="5145444"/>
                <a:ext cx="1847105" cy="307777"/>
              </a:xfrm>
              <a:prstGeom prst="rect">
                <a:avLst/>
              </a:prstGeom>
              <a:blipFill>
                <a:blip r:embed="rId1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EBD16C3-FBEB-FB2F-9EDF-F7A51CAC5661}"/>
                  </a:ext>
                </a:extLst>
              </p:cNvPr>
              <p:cNvSpPr txBox="1"/>
              <p:nvPr/>
            </p:nvSpPr>
            <p:spPr>
              <a:xfrm>
                <a:off x="3555825" y="5548193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zh-CN" altLang="en-US" sz="1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、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𝑣𝑠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EBD16C3-FBEB-FB2F-9EDF-F7A51CAC5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825" y="5548193"/>
                <a:ext cx="1847105" cy="307777"/>
              </a:xfrm>
              <a:prstGeom prst="rect">
                <a:avLst/>
              </a:prstGeom>
              <a:blipFill>
                <a:blip r:embed="rId1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4BBA61E-C4E6-5493-5E3A-0974AB732346}"/>
                  </a:ext>
                </a:extLst>
              </p:cNvPr>
              <p:cNvSpPr txBox="1"/>
              <p:nvPr/>
            </p:nvSpPr>
            <p:spPr>
              <a:xfrm>
                <a:off x="2579808" y="6643298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𝑇𝑟𝑎𝑐𝑒𝑎𝑏𝑖𝑙𝑖𝑡𝑦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𝑟𝑒𝑞𝑢𝑒𝑠𝑡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4BBA61E-C4E6-5493-5E3A-0974AB73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808" y="6643298"/>
                <a:ext cx="1847105" cy="307777"/>
              </a:xfrm>
              <a:prstGeom prst="rect">
                <a:avLst/>
              </a:prstGeom>
              <a:blipFill>
                <a:blip r:embed="rId14"/>
                <a:stretch>
                  <a:fillRect t="-6000" r="-231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455965B-7CE9-C197-A941-8D80CB01AFF8}"/>
                  </a:ext>
                </a:extLst>
              </p:cNvPr>
              <p:cNvSpPr txBox="1"/>
              <p:nvPr/>
            </p:nvSpPr>
            <p:spPr>
              <a:xfrm>
                <a:off x="2510266" y="6977059"/>
                <a:ext cx="18471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𝐼𝐷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455965B-7CE9-C197-A941-8D80CB01A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266" y="6977059"/>
                <a:ext cx="1847105" cy="307777"/>
              </a:xfrm>
              <a:prstGeom prst="rect">
                <a:avLst/>
              </a:prstGeom>
              <a:blipFill>
                <a:blip r:embed="rId15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2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CCF9-43B3-E8DF-A123-96F033FC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FCC6EE1-D0CE-2CDB-B7A0-5625F84F08C7}"/>
              </a:ext>
            </a:extLst>
          </p:cNvPr>
          <p:cNvCxnSpPr>
            <a:cxnSpLocks/>
          </p:cNvCxnSpPr>
          <p:nvPr/>
        </p:nvCxnSpPr>
        <p:spPr>
          <a:xfrm flipH="1">
            <a:off x="620829" y="1912112"/>
            <a:ext cx="7059" cy="6219952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7A9E1EC-DAFB-78B7-9188-DDADE11A594C}"/>
              </a:ext>
            </a:extLst>
          </p:cNvPr>
          <p:cNvCxnSpPr>
            <a:cxnSpLocks/>
          </p:cNvCxnSpPr>
          <p:nvPr/>
        </p:nvCxnSpPr>
        <p:spPr>
          <a:xfrm flipH="1">
            <a:off x="3399909" y="1912112"/>
            <a:ext cx="23836" cy="6390640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F3883D2-9D5F-F10F-B4FA-C2759BEA75F2}"/>
              </a:ext>
            </a:extLst>
          </p:cNvPr>
          <p:cNvCxnSpPr>
            <a:cxnSpLocks/>
          </p:cNvCxnSpPr>
          <p:nvPr/>
        </p:nvCxnSpPr>
        <p:spPr>
          <a:xfrm>
            <a:off x="5972811" y="1877822"/>
            <a:ext cx="14117" cy="6479794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>
            <a:extLst>
              <a:ext uri="{FF2B5EF4-FFF2-40B4-BE49-F238E27FC236}">
                <a16:creationId xmlns:a16="http://schemas.microsoft.com/office/drawing/2014/main" id="{F3F78BFB-08A4-695B-C671-07CA4BA8B6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2425" y="503969"/>
            <a:ext cx="1066800" cy="10668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15F149-1EE3-1B9F-803F-F4B8FC477C77}"/>
              </a:ext>
            </a:extLst>
          </p:cNvPr>
          <p:cNvSpPr txBox="1"/>
          <p:nvPr/>
        </p:nvSpPr>
        <p:spPr>
          <a:xfrm>
            <a:off x="2648585" y="1432879"/>
            <a:ext cx="1666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Issuer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A11AC78-AACA-2A03-A7A9-6BDCD895E121}"/>
              </a:ext>
            </a:extLst>
          </p:cNvPr>
          <p:cNvGrpSpPr/>
          <p:nvPr/>
        </p:nvGrpSpPr>
        <p:grpSpPr>
          <a:xfrm>
            <a:off x="5171442" y="585318"/>
            <a:ext cx="1666238" cy="1183719"/>
            <a:chOff x="5171442" y="585318"/>
            <a:chExt cx="1666238" cy="1183719"/>
          </a:xfrm>
        </p:grpSpPr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D2AF87F1-A3FB-F9EC-2951-7876723ECF6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49030" y="585318"/>
              <a:ext cx="847561" cy="847561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5667D25-AD4F-50BB-6674-5315EB1E1420}"/>
                </a:ext>
              </a:extLst>
            </p:cNvPr>
            <p:cNvSpPr txBox="1"/>
            <p:nvPr/>
          </p:nvSpPr>
          <p:spPr>
            <a:xfrm>
              <a:off x="5171442" y="1430483"/>
              <a:ext cx="1666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Verifier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D107A3F-96B8-4064-285A-3CE1A3A8C567}"/>
              </a:ext>
            </a:extLst>
          </p:cNvPr>
          <p:cNvGrpSpPr/>
          <p:nvPr/>
        </p:nvGrpSpPr>
        <p:grpSpPr>
          <a:xfrm>
            <a:off x="-207035" y="557209"/>
            <a:ext cx="1666238" cy="1220120"/>
            <a:chOff x="-207035" y="557209"/>
            <a:chExt cx="1666238" cy="1220120"/>
          </a:xfrm>
        </p:grpSpPr>
        <p:sp>
          <p:nvSpPr>
            <p:cNvPr id="31" name="图形 12">
              <a:extLst>
                <a:ext uri="{FF2B5EF4-FFF2-40B4-BE49-F238E27FC236}">
                  <a16:creationId xmlns:a16="http://schemas.microsoft.com/office/drawing/2014/main" id="{9151719D-1024-664B-8B67-3EFA26DB7263}"/>
                </a:ext>
              </a:extLst>
            </p:cNvPr>
            <p:cNvSpPr/>
            <p:nvPr/>
          </p:nvSpPr>
          <p:spPr>
            <a:xfrm>
              <a:off x="185202" y="557209"/>
              <a:ext cx="881764" cy="881764"/>
            </a:xfrm>
            <a:custGeom>
              <a:avLst/>
              <a:gdLst>
                <a:gd name="connsiteX0" fmla="*/ 400197 w 881764"/>
                <a:gd name="connsiteY0" fmla="*/ 400463 h 881764"/>
                <a:gd name="connsiteX1" fmla="*/ 400197 w 881764"/>
                <a:gd name="connsiteY1" fmla="*/ 480676 h 881764"/>
                <a:gd name="connsiteX2" fmla="*/ 480382 w 881764"/>
                <a:gd name="connsiteY2" fmla="*/ 480676 h 881764"/>
                <a:gd name="connsiteX3" fmla="*/ 480382 w 881764"/>
                <a:gd name="connsiteY3" fmla="*/ 400463 h 881764"/>
                <a:gd name="connsiteX4" fmla="*/ 360159 w 881764"/>
                <a:gd name="connsiteY4" fmla="*/ 320264 h 881764"/>
                <a:gd name="connsiteX5" fmla="*/ 520406 w 881764"/>
                <a:gd name="connsiteY5" fmla="*/ 320264 h 881764"/>
                <a:gd name="connsiteX6" fmla="*/ 560443 w 881764"/>
                <a:gd name="connsiteY6" fmla="*/ 360425 h 881764"/>
                <a:gd name="connsiteX7" fmla="*/ 560443 w 881764"/>
                <a:gd name="connsiteY7" fmla="*/ 520713 h 881764"/>
                <a:gd name="connsiteX8" fmla="*/ 520406 w 881764"/>
                <a:gd name="connsiteY8" fmla="*/ 560751 h 881764"/>
                <a:gd name="connsiteX9" fmla="*/ 360159 w 881764"/>
                <a:gd name="connsiteY9" fmla="*/ 560751 h 881764"/>
                <a:gd name="connsiteX10" fmla="*/ 320011 w 881764"/>
                <a:gd name="connsiteY10" fmla="*/ 520713 h 881764"/>
                <a:gd name="connsiteX11" fmla="*/ 320011 w 881764"/>
                <a:gd name="connsiteY11" fmla="*/ 360425 h 881764"/>
                <a:gd name="connsiteX12" fmla="*/ 360159 w 881764"/>
                <a:gd name="connsiteY12" fmla="*/ 320264 h 881764"/>
                <a:gd name="connsiteX13" fmla="*/ 239881 w 881764"/>
                <a:gd name="connsiteY13" fmla="*/ 240160 h 881764"/>
                <a:gd name="connsiteX14" fmla="*/ 239881 w 881764"/>
                <a:gd name="connsiteY14" fmla="*/ 640950 h 881764"/>
                <a:gd name="connsiteX15" fmla="*/ 640670 w 881764"/>
                <a:gd name="connsiteY15" fmla="*/ 640950 h 881764"/>
                <a:gd name="connsiteX16" fmla="*/ 640670 w 881764"/>
                <a:gd name="connsiteY16" fmla="*/ 240160 h 881764"/>
                <a:gd name="connsiteX17" fmla="*/ 279932 w 881764"/>
                <a:gd name="connsiteY17" fmla="*/ -327 h 881764"/>
                <a:gd name="connsiteX18" fmla="*/ 319970 w 881764"/>
                <a:gd name="connsiteY18" fmla="*/ 39711 h 881764"/>
                <a:gd name="connsiteX19" fmla="*/ 319970 w 881764"/>
                <a:gd name="connsiteY19" fmla="*/ 159961 h 881764"/>
                <a:gd name="connsiteX20" fmla="*/ 400169 w 881764"/>
                <a:gd name="connsiteY20" fmla="*/ 159961 h 881764"/>
                <a:gd name="connsiteX21" fmla="*/ 400169 w 881764"/>
                <a:gd name="connsiteY21" fmla="*/ 39711 h 881764"/>
                <a:gd name="connsiteX22" fmla="*/ 440206 w 881764"/>
                <a:gd name="connsiteY22" fmla="*/ -327 h 881764"/>
                <a:gd name="connsiteX23" fmla="*/ 480382 w 881764"/>
                <a:gd name="connsiteY23" fmla="*/ 39711 h 881764"/>
                <a:gd name="connsiteX24" fmla="*/ 480382 w 881764"/>
                <a:gd name="connsiteY24" fmla="*/ 159961 h 881764"/>
                <a:gd name="connsiteX25" fmla="*/ 560458 w 881764"/>
                <a:gd name="connsiteY25" fmla="*/ 159961 h 881764"/>
                <a:gd name="connsiteX26" fmla="*/ 560458 w 881764"/>
                <a:gd name="connsiteY26" fmla="*/ 39711 h 881764"/>
                <a:gd name="connsiteX27" fmla="*/ 600632 w 881764"/>
                <a:gd name="connsiteY27" fmla="*/ -327 h 881764"/>
                <a:gd name="connsiteX28" fmla="*/ 640670 w 881764"/>
                <a:gd name="connsiteY28" fmla="*/ 39711 h 881764"/>
                <a:gd name="connsiteX29" fmla="*/ 640670 w 881764"/>
                <a:gd name="connsiteY29" fmla="*/ 159961 h 881764"/>
                <a:gd name="connsiteX30" fmla="*/ 680708 w 881764"/>
                <a:gd name="connsiteY30" fmla="*/ 159961 h 881764"/>
                <a:gd name="connsiteX31" fmla="*/ 720745 w 881764"/>
                <a:gd name="connsiteY31" fmla="*/ 200123 h 881764"/>
                <a:gd name="connsiteX32" fmla="*/ 720745 w 881764"/>
                <a:gd name="connsiteY32" fmla="*/ 240160 h 881764"/>
                <a:gd name="connsiteX33" fmla="*/ 840997 w 881764"/>
                <a:gd name="connsiteY33" fmla="*/ 240160 h 881764"/>
                <a:gd name="connsiteX34" fmla="*/ 881158 w 881764"/>
                <a:gd name="connsiteY34" fmla="*/ 280212 h 881764"/>
                <a:gd name="connsiteX35" fmla="*/ 840997 w 881764"/>
                <a:gd name="connsiteY35" fmla="*/ 320250 h 881764"/>
                <a:gd name="connsiteX36" fmla="*/ 720745 w 881764"/>
                <a:gd name="connsiteY36" fmla="*/ 320250 h 881764"/>
                <a:gd name="connsiteX37" fmla="*/ 720745 w 881764"/>
                <a:gd name="connsiteY37" fmla="*/ 400449 h 881764"/>
                <a:gd name="connsiteX38" fmla="*/ 840997 w 881764"/>
                <a:gd name="connsiteY38" fmla="*/ 400449 h 881764"/>
                <a:gd name="connsiteX39" fmla="*/ 881158 w 881764"/>
                <a:gd name="connsiteY39" fmla="*/ 440486 h 881764"/>
                <a:gd name="connsiteX40" fmla="*/ 840997 w 881764"/>
                <a:gd name="connsiteY40" fmla="*/ 480662 h 881764"/>
                <a:gd name="connsiteX41" fmla="*/ 720745 w 881764"/>
                <a:gd name="connsiteY41" fmla="*/ 480662 h 881764"/>
                <a:gd name="connsiteX42" fmla="*/ 720745 w 881764"/>
                <a:gd name="connsiteY42" fmla="*/ 560737 h 881764"/>
                <a:gd name="connsiteX43" fmla="*/ 840997 w 881764"/>
                <a:gd name="connsiteY43" fmla="*/ 560737 h 881764"/>
                <a:gd name="connsiteX44" fmla="*/ 881158 w 881764"/>
                <a:gd name="connsiteY44" fmla="*/ 600899 h 881764"/>
                <a:gd name="connsiteX45" fmla="*/ 840997 w 881764"/>
                <a:gd name="connsiteY45" fmla="*/ 640950 h 881764"/>
                <a:gd name="connsiteX46" fmla="*/ 720745 w 881764"/>
                <a:gd name="connsiteY46" fmla="*/ 640950 h 881764"/>
                <a:gd name="connsiteX47" fmla="*/ 720745 w 881764"/>
                <a:gd name="connsiteY47" fmla="*/ 680988 h 881764"/>
                <a:gd name="connsiteX48" fmla="*/ 680708 w 881764"/>
                <a:gd name="connsiteY48" fmla="*/ 721025 h 881764"/>
                <a:gd name="connsiteX49" fmla="*/ 640670 w 881764"/>
                <a:gd name="connsiteY49" fmla="*/ 721025 h 881764"/>
                <a:gd name="connsiteX50" fmla="*/ 640670 w 881764"/>
                <a:gd name="connsiteY50" fmla="*/ 841276 h 881764"/>
                <a:gd name="connsiteX51" fmla="*/ 600632 w 881764"/>
                <a:gd name="connsiteY51" fmla="*/ 881438 h 881764"/>
                <a:gd name="connsiteX52" fmla="*/ 560458 w 881764"/>
                <a:gd name="connsiteY52" fmla="*/ 841276 h 881764"/>
                <a:gd name="connsiteX53" fmla="*/ 560458 w 881764"/>
                <a:gd name="connsiteY53" fmla="*/ 721025 h 881764"/>
                <a:gd name="connsiteX54" fmla="*/ 480382 w 881764"/>
                <a:gd name="connsiteY54" fmla="*/ 721025 h 881764"/>
                <a:gd name="connsiteX55" fmla="*/ 480382 w 881764"/>
                <a:gd name="connsiteY55" fmla="*/ 841276 h 881764"/>
                <a:gd name="connsiteX56" fmla="*/ 440206 w 881764"/>
                <a:gd name="connsiteY56" fmla="*/ 881438 h 881764"/>
                <a:gd name="connsiteX57" fmla="*/ 400169 w 881764"/>
                <a:gd name="connsiteY57" fmla="*/ 841276 h 881764"/>
                <a:gd name="connsiteX58" fmla="*/ 400169 w 881764"/>
                <a:gd name="connsiteY58" fmla="*/ 721025 h 881764"/>
                <a:gd name="connsiteX59" fmla="*/ 319970 w 881764"/>
                <a:gd name="connsiteY59" fmla="*/ 721025 h 881764"/>
                <a:gd name="connsiteX60" fmla="*/ 319970 w 881764"/>
                <a:gd name="connsiteY60" fmla="*/ 841276 h 881764"/>
                <a:gd name="connsiteX61" fmla="*/ 279932 w 881764"/>
                <a:gd name="connsiteY61" fmla="*/ 881438 h 881764"/>
                <a:gd name="connsiteX62" fmla="*/ 239881 w 881764"/>
                <a:gd name="connsiteY62" fmla="*/ 841276 h 881764"/>
                <a:gd name="connsiteX63" fmla="*/ 239881 w 881764"/>
                <a:gd name="connsiteY63" fmla="*/ 721025 h 881764"/>
                <a:gd name="connsiteX64" fmla="*/ 199843 w 881764"/>
                <a:gd name="connsiteY64" fmla="*/ 721025 h 881764"/>
                <a:gd name="connsiteX65" fmla="*/ 159681 w 881764"/>
                <a:gd name="connsiteY65" fmla="*/ 680988 h 881764"/>
                <a:gd name="connsiteX66" fmla="*/ 159681 w 881764"/>
                <a:gd name="connsiteY66" fmla="*/ 640950 h 881764"/>
                <a:gd name="connsiteX67" fmla="*/ 39431 w 881764"/>
                <a:gd name="connsiteY67" fmla="*/ 640950 h 881764"/>
                <a:gd name="connsiteX68" fmla="*/ -607 w 881764"/>
                <a:gd name="connsiteY68" fmla="*/ 600899 h 881764"/>
                <a:gd name="connsiteX69" fmla="*/ 39431 w 881764"/>
                <a:gd name="connsiteY69" fmla="*/ 560737 h 881764"/>
                <a:gd name="connsiteX70" fmla="*/ 159681 w 881764"/>
                <a:gd name="connsiteY70" fmla="*/ 560737 h 881764"/>
                <a:gd name="connsiteX71" fmla="*/ 159681 w 881764"/>
                <a:gd name="connsiteY71" fmla="*/ 480662 h 881764"/>
                <a:gd name="connsiteX72" fmla="*/ 39431 w 881764"/>
                <a:gd name="connsiteY72" fmla="*/ 480662 h 881764"/>
                <a:gd name="connsiteX73" fmla="*/ -607 w 881764"/>
                <a:gd name="connsiteY73" fmla="*/ 440486 h 881764"/>
                <a:gd name="connsiteX74" fmla="*/ 39431 w 881764"/>
                <a:gd name="connsiteY74" fmla="*/ 400449 h 881764"/>
                <a:gd name="connsiteX75" fmla="*/ 159681 w 881764"/>
                <a:gd name="connsiteY75" fmla="*/ 400449 h 881764"/>
                <a:gd name="connsiteX76" fmla="*/ 159681 w 881764"/>
                <a:gd name="connsiteY76" fmla="*/ 320250 h 881764"/>
                <a:gd name="connsiteX77" fmla="*/ 39431 w 881764"/>
                <a:gd name="connsiteY77" fmla="*/ 320250 h 881764"/>
                <a:gd name="connsiteX78" fmla="*/ -607 w 881764"/>
                <a:gd name="connsiteY78" fmla="*/ 280212 h 881764"/>
                <a:gd name="connsiteX79" fmla="*/ 39431 w 881764"/>
                <a:gd name="connsiteY79" fmla="*/ 240160 h 881764"/>
                <a:gd name="connsiteX80" fmla="*/ 159681 w 881764"/>
                <a:gd name="connsiteY80" fmla="*/ 240160 h 881764"/>
                <a:gd name="connsiteX81" fmla="*/ 159681 w 881764"/>
                <a:gd name="connsiteY81" fmla="*/ 200123 h 881764"/>
                <a:gd name="connsiteX82" fmla="*/ 199843 w 881764"/>
                <a:gd name="connsiteY82" fmla="*/ 159961 h 881764"/>
                <a:gd name="connsiteX83" fmla="*/ 239881 w 881764"/>
                <a:gd name="connsiteY83" fmla="*/ 159961 h 881764"/>
                <a:gd name="connsiteX84" fmla="*/ 239881 w 881764"/>
                <a:gd name="connsiteY84" fmla="*/ 39711 h 881764"/>
                <a:gd name="connsiteX85" fmla="*/ 279932 w 881764"/>
                <a:gd name="connsiteY85" fmla="*/ -327 h 8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881764" h="881764">
                  <a:moveTo>
                    <a:pt x="400197" y="400463"/>
                  </a:moveTo>
                  <a:lnTo>
                    <a:pt x="400197" y="480676"/>
                  </a:lnTo>
                  <a:lnTo>
                    <a:pt x="480382" y="480676"/>
                  </a:lnTo>
                  <a:lnTo>
                    <a:pt x="480382" y="400463"/>
                  </a:lnTo>
                  <a:close/>
                  <a:moveTo>
                    <a:pt x="360159" y="320264"/>
                  </a:moveTo>
                  <a:lnTo>
                    <a:pt x="520406" y="320264"/>
                  </a:lnTo>
                  <a:cubicBezTo>
                    <a:pt x="542491" y="320264"/>
                    <a:pt x="560443" y="338215"/>
                    <a:pt x="560443" y="360425"/>
                  </a:cubicBezTo>
                  <a:lnTo>
                    <a:pt x="560443" y="520713"/>
                  </a:lnTo>
                  <a:cubicBezTo>
                    <a:pt x="560443" y="542799"/>
                    <a:pt x="542491" y="560751"/>
                    <a:pt x="520406" y="560751"/>
                  </a:cubicBezTo>
                  <a:lnTo>
                    <a:pt x="360159" y="560751"/>
                  </a:lnTo>
                  <a:cubicBezTo>
                    <a:pt x="337949" y="560751"/>
                    <a:pt x="320011" y="542799"/>
                    <a:pt x="320011" y="520713"/>
                  </a:cubicBezTo>
                  <a:lnTo>
                    <a:pt x="320011" y="360425"/>
                  </a:lnTo>
                  <a:cubicBezTo>
                    <a:pt x="320011" y="338215"/>
                    <a:pt x="337949" y="320264"/>
                    <a:pt x="360159" y="320264"/>
                  </a:cubicBezTo>
                  <a:close/>
                  <a:moveTo>
                    <a:pt x="239881" y="240160"/>
                  </a:moveTo>
                  <a:lnTo>
                    <a:pt x="239881" y="640950"/>
                  </a:lnTo>
                  <a:lnTo>
                    <a:pt x="640670" y="640950"/>
                  </a:lnTo>
                  <a:lnTo>
                    <a:pt x="640670" y="240160"/>
                  </a:lnTo>
                  <a:close/>
                  <a:moveTo>
                    <a:pt x="279932" y="-327"/>
                  </a:moveTo>
                  <a:cubicBezTo>
                    <a:pt x="302018" y="-327"/>
                    <a:pt x="319970" y="17625"/>
                    <a:pt x="319970" y="39711"/>
                  </a:cubicBezTo>
                  <a:lnTo>
                    <a:pt x="319970" y="159961"/>
                  </a:lnTo>
                  <a:lnTo>
                    <a:pt x="400169" y="159961"/>
                  </a:lnTo>
                  <a:lnTo>
                    <a:pt x="400169" y="39711"/>
                  </a:lnTo>
                  <a:cubicBezTo>
                    <a:pt x="400169" y="17625"/>
                    <a:pt x="418121" y="-327"/>
                    <a:pt x="440206" y="-327"/>
                  </a:cubicBezTo>
                  <a:cubicBezTo>
                    <a:pt x="462429" y="-327"/>
                    <a:pt x="480382" y="17625"/>
                    <a:pt x="480382" y="39711"/>
                  </a:cubicBezTo>
                  <a:lnTo>
                    <a:pt x="480382" y="159961"/>
                  </a:lnTo>
                  <a:lnTo>
                    <a:pt x="560458" y="159961"/>
                  </a:lnTo>
                  <a:lnTo>
                    <a:pt x="560458" y="39711"/>
                  </a:lnTo>
                  <a:cubicBezTo>
                    <a:pt x="560458" y="17625"/>
                    <a:pt x="578409" y="-327"/>
                    <a:pt x="600632" y="-327"/>
                  </a:cubicBezTo>
                  <a:cubicBezTo>
                    <a:pt x="622718" y="-327"/>
                    <a:pt x="640670" y="17625"/>
                    <a:pt x="640670" y="39711"/>
                  </a:cubicBezTo>
                  <a:lnTo>
                    <a:pt x="640670" y="159961"/>
                  </a:lnTo>
                  <a:lnTo>
                    <a:pt x="680708" y="159961"/>
                  </a:lnTo>
                  <a:cubicBezTo>
                    <a:pt x="702917" y="159961"/>
                    <a:pt x="720745" y="177914"/>
                    <a:pt x="720745" y="200123"/>
                  </a:cubicBezTo>
                  <a:lnTo>
                    <a:pt x="720745" y="240160"/>
                  </a:lnTo>
                  <a:lnTo>
                    <a:pt x="840997" y="240160"/>
                  </a:lnTo>
                  <a:cubicBezTo>
                    <a:pt x="863206" y="240160"/>
                    <a:pt x="881158" y="258113"/>
                    <a:pt x="881158" y="280212"/>
                  </a:cubicBezTo>
                  <a:cubicBezTo>
                    <a:pt x="881158" y="302297"/>
                    <a:pt x="863206" y="320250"/>
                    <a:pt x="840997" y="320250"/>
                  </a:cubicBezTo>
                  <a:lnTo>
                    <a:pt x="720745" y="320250"/>
                  </a:lnTo>
                  <a:lnTo>
                    <a:pt x="720745" y="400449"/>
                  </a:lnTo>
                  <a:lnTo>
                    <a:pt x="840997" y="400449"/>
                  </a:lnTo>
                  <a:cubicBezTo>
                    <a:pt x="863206" y="400449"/>
                    <a:pt x="881158" y="418401"/>
                    <a:pt x="881158" y="440486"/>
                  </a:cubicBezTo>
                  <a:cubicBezTo>
                    <a:pt x="881158" y="462710"/>
                    <a:pt x="863206" y="480662"/>
                    <a:pt x="840997" y="480662"/>
                  </a:cubicBezTo>
                  <a:lnTo>
                    <a:pt x="720745" y="480662"/>
                  </a:lnTo>
                  <a:lnTo>
                    <a:pt x="720745" y="560737"/>
                  </a:lnTo>
                  <a:lnTo>
                    <a:pt x="840997" y="560737"/>
                  </a:lnTo>
                  <a:cubicBezTo>
                    <a:pt x="863206" y="560737"/>
                    <a:pt x="881158" y="578689"/>
                    <a:pt x="881158" y="600899"/>
                  </a:cubicBezTo>
                  <a:cubicBezTo>
                    <a:pt x="881158" y="622998"/>
                    <a:pt x="863206" y="640950"/>
                    <a:pt x="840997" y="640950"/>
                  </a:cubicBezTo>
                  <a:lnTo>
                    <a:pt x="720745" y="640950"/>
                  </a:lnTo>
                  <a:lnTo>
                    <a:pt x="720745" y="680988"/>
                  </a:lnTo>
                  <a:cubicBezTo>
                    <a:pt x="720745" y="703197"/>
                    <a:pt x="702917" y="721025"/>
                    <a:pt x="680708" y="721025"/>
                  </a:cubicBezTo>
                  <a:lnTo>
                    <a:pt x="640670" y="721025"/>
                  </a:lnTo>
                  <a:lnTo>
                    <a:pt x="640670" y="841276"/>
                  </a:lnTo>
                  <a:cubicBezTo>
                    <a:pt x="640670" y="863486"/>
                    <a:pt x="622718" y="881438"/>
                    <a:pt x="600632" y="881438"/>
                  </a:cubicBezTo>
                  <a:cubicBezTo>
                    <a:pt x="578409" y="881438"/>
                    <a:pt x="560458" y="863486"/>
                    <a:pt x="560458" y="841276"/>
                  </a:cubicBezTo>
                  <a:lnTo>
                    <a:pt x="560458" y="721025"/>
                  </a:lnTo>
                  <a:lnTo>
                    <a:pt x="480382" y="721025"/>
                  </a:lnTo>
                  <a:lnTo>
                    <a:pt x="480382" y="841276"/>
                  </a:lnTo>
                  <a:cubicBezTo>
                    <a:pt x="480382" y="863486"/>
                    <a:pt x="462429" y="881438"/>
                    <a:pt x="440206" y="881438"/>
                  </a:cubicBezTo>
                  <a:cubicBezTo>
                    <a:pt x="418121" y="881438"/>
                    <a:pt x="400169" y="863486"/>
                    <a:pt x="400169" y="841276"/>
                  </a:cubicBezTo>
                  <a:lnTo>
                    <a:pt x="400169" y="721025"/>
                  </a:lnTo>
                  <a:lnTo>
                    <a:pt x="319970" y="721025"/>
                  </a:lnTo>
                  <a:lnTo>
                    <a:pt x="319970" y="841276"/>
                  </a:lnTo>
                  <a:cubicBezTo>
                    <a:pt x="319970" y="863486"/>
                    <a:pt x="302141" y="881438"/>
                    <a:pt x="279932" y="881438"/>
                  </a:cubicBezTo>
                  <a:cubicBezTo>
                    <a:pt x="257833" y="881438"/>
                    <a:pt x="239881" y="863486"/>
                    <a:pt x="239881" y="841276"/>
                  </a:cubicBezTo>
                  <a:lnTo>
                    <a:pt x="239881" y="721025"/>
                  </a:lnTo>
                  <a:lnTo>
                    <a:pt x="199843" y="721025"/>
                  </a:lnTo>
                  <a:cubicBezTo>
                    <a:pt x="177634" y="721025"/>
                    <a:pt x="159681" y="703197"/>
                    <a:pt x="159681" y="680988"/>
                  </a:cubicBezTo>
                  <a:lnTo>
                    <a:pt x="159681" y="640950"/>
                  </a:lnTo>
                  <a:lnTo>
                    <a:pt x="39431" y="640950"/>
                  </a:lnTo>
                  <a:cubicBezTo>
                    <a:pt x="17345" y="640950"/>
                    <a:pt x="-607" y="622998"/>
                    <a:pt x="-607" y="600899"/>
                  </a:cubicBezTo>
                  <a:cubicBezTo>
                    <a:pt x="-607" y="578689"/>
                    <a:pt x="17345" y="560737"/>
                    <a:pt x="39431" y="560737"/>
                  </a:cubicBezTo>
                  <a:lnTo>
                    <a:pt x="159681" y="560737"/>
                  </a:lnTo>
                  <a:lnTo>
                    <a:pt x="159681" y="480662"/>
                  </a:lnTo>
                  <a:lnTo>
                    <a:pt x="39431" y="480662"/>
                  </a:lnTo>
                  <a:cubicBezTo>
                    <a:pt x="17345" y="480662"/>
                    <a:pt x="-607" y="462710"/>
                    <a:pt x="-607" y="440486"/>
                  </a:cubicBezTo>
                  <a:cubicBezTo>
                    <a:pt x="-607" y="418401"/>
                    <a:pt x="17345" y="400449"/>
                    <a:pt x="39431" y="400449"/>
                  </a:cubicBezTo>
                  <a:lnTo>
                    <a:pt x="159681" y="400449"/>
                  </a:lnTo>
                  <a:lnTo>
                    <a:pt x="159681" y="320250"/>
                  </a:lnTo>
                  <a:lnTo>
                    <a:pt x="39431" y="320250"/>
                  </a:lnTo>
                  <a:cubicBezTo>
                    <a:pt x="17345" y="320250"/>
                    <a:pt x="-607" y="302297"/>
                    <a:pt x="-607" y="280212"/>
                  </a:cubicBezTo>
                  <a:cubicBezTo>
                    <a:pt x="-607" y="258113"/>
                    <a:pt x="17345" y="240160"/>
                    <a:pt x="39431" y="240160"/>
                  </a:cubicBezTo>
                  <a:lnTo>
                    <a:pt x="159681" y="240160"/>
                  </a:lnTo>
                  <a:lnTo>
                    <a:pt x="159681" y="200123"/>
                  </a:lnTo>
                  <a:cubicBezTo>
                    <a:pt x="159681" y="177914"/>
                    <a:pt x="177634" y="159961"/>
                    <a:pt x="199843" y="159961"/>
                  </a:cubicBezTo>
                  <a:lnTo>
                    <a:pt x="239881" y="159961"/>
                  </a:lnTo>
                  <a:lnTo>
                    <a:pt x="239881" y="39711"/>
                  </a:lnTo>
                  <a:cubicBezTo>
                    <a:pt x="239881" y="17625"/>
                    <a:pt x="257833" y="-327"/>
                    <a:pt x="279932" y="-327"/>
                  </a:cubicBezTo>
                  <a:close/>
                </a:path>
              </a:pathLst>
            </a:custGeom>
            <a:solidFill>
              <a:srgbClr val="768A9C"/>
            </a:solidFill>
            <a:ln w="13710" cap="flat">
              <a:solidFill>
                <a:srgbClr val="4C5B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5DA8D36-B0D3-3919-2463-8CA6A160AD47}"/>
                </a:ext>
              </a:extLst>
            </p:cNvPr>
            <p:cNvSpPr txBox="1"/>
            <p:nvPr/>
          </p:nvSpPr>
          <p:spPr>
            <a:xfrm>
              <a:off x="-207035" y="1438775"/>
              <a:ext cx="1666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Attester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742234-ACAD-2883-C975-2BB4D85445BC}"/>
              </a:ext>
            </a:extLst>
          </p:cNvPr>
          <p:cNvSpPr/>
          <p:nvPr/>
        </p:nvSpPr>
        <p:spPr>
          <a:xfrm>
            <a:off x="228600" y="1973518"/>
            <a:ext cx="6126477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Join Protocol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D3E332F-24A8-1B89-9FA2-98ED24DD69B7}"/>
              </a:ext>
            </a:extLst>
          </p:cNvPr>
          <p:cNvCxnSpPr>
            <a:cxnSpLocks/>
          </p:cNvCxnSpPr>
          <p:nvPr/>
        </p:nvCxnSpPr>
        <p:spPr>
          <a:xfrm flipH="1">
            <a:off x="620829" y="3404691"/>
            <a:ext cx="2802916" cy="2585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0AEA317-B9D7-4621-2A95-B6F4A8D301A9}"/>
              </a:ext>
            </a:extLst>
          </p:cNvPr>
          <p:cNvSpPr/>
          <p:nvPr/>
        </p:nvSpPr>
        <p:spPr>
          <a:xfrm>
            <a:off x="228600" y="3711680"/>
            <a:ext cx="6126473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Sign Protocol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9A75F3C-230C-52D9-1170-31A95E34DBF0}"/>
              </a:ext>
            </a:extLst>
          </p:cNvPr>
          <p:cNvCxnSpPr>
            <a:cxnSpLocks/>
          </p:cNvCxnSpPr>
          <p:nvPr/>
        </p:nvCxnSpPr>
        <p:spPr>
          <a:xfrm>
            <a:off x="3433818" y="4506722"/>
            <a:ext cx="2541178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531E38F-A5A7-F340-D714-B96E056A77B6}"/>
              </a:ext>
            </a:extLst>
          </p:cNvPr>
          <p:cNvCxnSpPr>
            <a:cxnSpLocks/>
          </p:cNvCxnSpPr>
          <p:nvPr/>
        </p:nvCxnSpPr>
        <p:spPr>
          <a:xfrm flipH="1">
            <a:off x="627888" y="5487162"/>
            <a:ext cx="5344922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F87B0E1-4DAD-8EE8-6FAD-58A67952318D}"/>
              </a:ext>
            </a:extLst>
          </p:cNvPr>
          <p:cNvCxnSpPr>
            <a:cxnSpLocks/>
          </p:cNvCxnSpPr>
          <p:nvPr/>
        </p:nvCxnSpPr>
        <p:spPr>
          <a:xfrm>
            <a:off x="627888" y="5017770"/>
            <a:ext cx="5351981" cy="0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2BA2A22D-60BC-7EF8-457F-79B0ECE7EF38}"/>
              </a:ext>
            </a:extLst>
          </p:cNvPr>
          <p:cNvSpPr txBox="1"/>
          <p:nvPr/>
        </p:nvSpPr>
        <p:spPr>
          <a:xfrm>
            <a:off x="804121" y="2487973"/>
            <a:ext cx="2443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Credential request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C9F8B11-C304-FD18-9C24-96D291B12768}"/>
              </a:ext>
            </a:extLst>
          </p:cNvPr>
          <p:cNvCxnSpPr>
            <a:cxnSpLocks/>
          </p:cNvCxnSpPr>
          <p:nvPr/>
        </p:nvCxnSpPr>
        <p:spPr>
          <a:xfrm>
            <a:off x="626084" y="2839170"/>
            <a:ext cx="2802916" cy="0"/>
          </a:xfrm>
          <a:prstGeom prst="straightConnector1">
            <a:avLst/>
          </a:prstGeom>
          <a:ln w="15875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8F6DA6A9-A1EC-7E8F-8264-C5638262AF40}"/>
              </a:ext>
            </a:extLst>
          </p:cNvPr>
          <p:cNvSpPr txBox="1"/>
          <p:nvPr/>
        </p:nvSpPr>
        <p:spPr>
          <a:xfrm>
            <a:off x="1066966" y="3070526"/>
            <a:ext cx="1955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DAA Credential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7091BE1-BB5E-9B02-34E3-F17ED1D284DE}"/>
              </a:ext>
            </a:extLst>
          </p:cNvPr>
          <p:cNvSpPr txBox="1"/>
          <p:nvPr/>
        </p:nvSpPr>
        <p:spPr>
          <a:xfrm>
            <a:off x="3835138" y="4181071"/>
            <a:ext cx="1955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 Public Key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2DD3BFA-7993-C6FF-1D76-F91AEBDCA488}"/>
              </a:ext>
            </a:extLst>
          </p:cNvPr>
          <p:cNvSpPr txBox="1"/>
          <p:nvPr/>
        </p:nvSpPr>
        <p:spPr>
          <a:xfrm>
            <a:off x="1589083" y="4691388"/>
            <a:ext cx="3523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Randomized credential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53E8474-7193-466E-6931-16B344E7B384}"/>
              </a:ext>
            </a:extLst>
          </p:cNvPr>
          <p:cNvSpPr txBox="1"/>
          <p:nvPr/>
        </p:nvSpPr>
        <p:spPr>
          <a:xfrm>
            <a:off x="1672146" y="5158450"/>
            <a:ext cx="3523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Verify result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22C99E9-93FA-C337-0CE4-983A43ABFC6A}"/>
              </a:ext>
            </a:extLst>
          </p:cNvPr>
          <p:cNvSpPr/>
          <p:nvPr/>
        </p:nvSpPr>
        <p:spPr>
          <a:xfrm>
            <a:off x="228601" y="5710470"/>
            <a:ext cx="6126472" cy="33855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DejaVu Sans Mono" panose="020B0609030804020204" pitchFamily="49" charset="0"/>
                <a:cs typeface="Times New Roman" panose="02020603050405020304" pitchFamily="18" charset="0"/>
              </a:rPr>
              <a:t>Open(Optional)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650C0A8-170F-45CB-720D-A7744EF05098}"/>
              </a:ext>
            </a:extLst>
          </p:cNvPr>
          <p:cNvCxnSpPr>
            <a:cxnSpLocks/>
          </p:cNvCxnSpPr>
          <p:nvPr/>
        </p:nvCxnSpPr>
        <p:spPr>
          <a:xfrm flipH="1">
            <a:off x="3432311" y="6511290"/>
            <a:ext cx="2533440" cy="17663"/>
          </a:xfrm>
          <a:prstGeom prst="straightConnector1">
            <a:avLst/>
          </a:prstGeom>
          <a:ln w="15875" cap="rnd">
            <a:round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276126D-D963-4951-069C-8FB352B9CBBD}"/>
              </a:ext>
            </a:extLst>
          </p:cNvPr>
          <p:cNvSpPr txBox="1"/>
          <p:nvPr/>
        </p:nvSpPr>
        <p:spPr>
          <a:xfrm>
            <a:off x="2873248" y="6190399"/>
            <a:ext cx="3523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Contested credential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箭头: 左弧形 23">
            <a:extLst>
              <a:ext uri="{FF2B5EF4-FFF2-40B4-BE49-F238E27FC236}">
                <a16:creationId xmlns:a16="http://schemas.microsoft.com/office/drawing/2014/main" id="{A3592DA0-3A05-EE14-7823-876399E78410}"/>
              </a:ext>
            </a:extLst>
          </p:cNvPr>
          <p:cNvSpPr/>
          <p:nvPr/>
        </p:nvSpPr>
        <p:spPr>
          <a:xfrm>
            <a:off x="3022425" y="6528953"/>
            <a:ext cx="362238" cy="61844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CF3D2A-69E1-ED61-98CE-250E8E699618}"/>
              </a:ext>
            </a:extLst>
          </p:cNvPr>
          <p:cNvSpPr txBox="1"/>
          <p:nvPr/>
        </p:nvSpPr>
        <p:spPr>
          <a:xfrm>
            <a:off x="373888" y="6659790"/>
            <a:ext cx="3523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Identity Traceability</a:t>
            </a:r>
            <a:endParaRPr sz="16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793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335</TotalTime>
  <Words>60</Words>
  <Application>Microsoft Office PowerPoint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WangHao</dc:creator>
  <cp:lastModifiedBy>浩 王</cp:lastModifiedBy>
  <cp:revision>8</cp:revision>
  <dcterms:created xsi:type="dcterms:W3CDTF">2023-08-09T12:44:00Z</dcterms:created>
  <dcterms:modified xsi:type="dcterms:W3CDTF">2025-12-19T03:35:07Z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