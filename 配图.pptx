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24" d="100"/>
          <a:sy n="124" d="100"/>
        </p:scale>
        <p:origin x="2122" y="96"/>
      </p:cViewPr>
      <p:guideLst>
        <p:guide orient="horz" pos="2188"/>
        <p:guide pos="38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1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1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1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1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49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49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1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2025/12/24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1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1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1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90.xml"/><Relationship Id="rId21" Type="http://schemas.openxmlformats.org/officeDocument/2006/relationships/tags" Target="../tags/tag85.xml"/><Relationship Id="rId42" Type="http://schemas.openxmlformats.org/officeDocument/2006/relationships/image" Target="../media/image8.png"/><Relationship Id="rId47" Type="http://schemas.openxmlformats.org/officeDocument/2006/relationships/tags" Target="../tags/tag73.xml"/><Relationship Id="rId63" Type="http://schemas.openxmlformats.org/officeDocument/2006/relationships/tags" Target="../tags/tag82.xml"/><Relationship Id="rId68" Type="http://schemas.openxmlformats.org/officeDocument/2006/relationships/image" Target="../media/image26.png"/><Relationship Id="rId16" Type="http://schemas.openxmlformats.org/officeDocument/2006/relationships/tags" Target="../tags/tag80.xml"/><Relationship Id="rId11" Type="http://schemas.openxmlformats.org/officeDocument/2006/relationships/tags" Target="../tags/tag75.xml"/><Relationship Id="rId32" Type="http://schemas.openxmlformats.org/officeDocument/2006/relationships/tags" Target="../tags/tag96.xml"/><Relationship Id="rId37" Type="http://schemas.openxmlformats.org/officeDocument/2006/relationships/tags" Target="../tags/tag101.xml"/><Relationship Id="rId53" Type="http://schemas.openxmlformats.org/officeDocument/2006/relationships/image" Target="../media/image16.png"/><Relationship Id="rId58" Type="http://schemas.openxmlformats.org/officeDocument/2006/relationships/image" Target="../media/image21.png"/><Relationship Id="rId74" Type="http://schemas.openxmlformats.org/officeDocument/2006/relationships/tags" Target="../tags/tag93.xml"/><Relationship Id="rId79" Type="http://schemas.openxmlformats.org/officeDocument/2006/relationships/image" Target="../media/image32.png"/><Relationship Id="rId5" Type="http://schemas.openxmlformats.org/officeDocument/2006/relationships/tags" Target="../tags/tag69.xml"/><Relationship Id="rId61" Type="http://schemas.openxmlformats.org/officeDocument/2006/relationships/tags" Target="../tags/tag81.xml"/><Relationship Id="rId82" Type="http://schemas.openxmlformats.org/officeDocument/2006/relationships/image" Target="../media/image35.png"/><Relationship Id="rId19" Type="http://schemas.openxmlformats.org/officeDocument/2006/relationships/tags" Target="../tags/tag83.xml"/><Relationship Id="rId14" Type="http://schemas.openxmlformats.org/officeDocument/2006/relationships/tags" Target="../tags/tag78.xml"/><Relationship Id="rId22" Type="http://schemas.openxmlformats.org/officeDocument/2006/relationships/tags" Target="../tags/tag86.xml"/><Relationship Id="rId27" Type="http://schemas.openxmlformats.org/officeDocument/2006/relationships/tags" Target="../tags/tag91.xml"/><Relationship Id="rId30" Type="http://schemas.openxmlformats.org/officeDocument/2006/relationships/tags" Target="../tags/tag94.xml"/><Relationship Id="rId35" Type="http://schemas.openxmlformats.org/officeDocument/2006/relationships/tags" Target="../tags/tag99.xml"/><Relationship Id="rId43" Type="http://schemas.openxmlformats.org/officeDocument/2006/relationships/tags" Target="../tags/tag68.xml"/><Relationship Id="rId48" Type="http://schemas.openxmlformats.org/officeDocument/2006/relationships/image" Target="../media/image11.png"/><Relationship Id="rId56" Type="http://schemas.openxmlformats.org/officeDocument/2006/relationships/image" Target="../media/image19.png"/><Relationship Id="rId64" Type="http://schemas.openxmlformats.org/officeDocument/2006/relationships/image" Target="../media/image24.png"/><Relationship Id="rId69" Type="http://schemas.openxmlformats.org/officeDocument/2006/relationships/image" Target="../media/image27.png"/><Relationship Id="rId77" Type="http://schemas.openxmlformats.org/officeDocument/2006/relationships/image" Target="../media/image31.png"/><Relationship Id="rId8" Type="http://schemas.openxmlformats.org/officeDocument/2006/relationships/tags" Target="../tags/tag72.xml"/><Relationship Id="rId51" Type="http://schemas.openxmlformats.org/officeDocument/2006/relationships/image" Target="../media/image14.png"/><Relationship Id="rId72" Type="http://schemas.openxmlformats.org/officeDocument/2006/relationships/tags" Target="../tags/tag92.xml"/><Relationship Id="rId80" Type="http://schemas.openxmlformats.org/officeDocument/2006/relationships/image" Target="../media/image33.png"/><Relationship Id="rId3" Type="http://schemas.openxmlformats.org/officeDocument/2006/relationships/tags" Target="../tags/tag67.xml"/><Relationship Id="rId12" Type="http://schemas.openxmlformats.org/officeDocument/2006/relationships/tags" Target="../tags/tag76.xml"/><Relationship Id="rId17" Type="http://schemas.openxmlformats.org/officeDocument/2006/relationships/tags" Target="../tags/tag81.xml"/><Relationship Id="rId25" Type="http://schemas.openxmlformats.org/officeDocument/2006/relationships/tags" Target="../tags/tag89.xml"/><Relationship Id="rId33" Type="http://schemas.openxmlformats.org/officeDocument/2006/relationships/tags" Target="../tags/tag97.xml"/><Relationship Id="rId38" Type="http://schemas.openxmlformats.org/officeDocument/2006/relationships/slideLayout" Target="../slideLayouts/slideLayout2.xml"/><Relationship Id="rId46" Type="http://schemas.openxmlformats.org/officeDocument/2006/relationships/image" Target="../media/image10.png"/><Relationship Id="rId59" Type="http://schemas.openxmlformats.org/officeDocument/2006/relationships/tags" Target="../tags/tag80.xml"/><Relationship Id="rId67" Type="http://schemas.openxmlformats.org/officeDocument/2006/relationships/tags" Target="../tags/tag87.xml"/><Relationship Id="rId20" Type="http://schemas.openxmlformats.org/officeDocument/2006/relationships/tags" Target="../tags/tag84.xml"/><Relationship Id="rId41" Type="http://schemas.openxmlformats.org/officeDocument/2006/relationships/tags" Target="../tags/tag67.xml"/><Relationship Id="rId54" Type="http://schemas.openxmlformats.org/officeDocument/2006/relationships/image" Target="../media/image17.png"/><Relationship Id="rId62" Type="http://schemas.openxmlformats.org/officeDocument/2006/relationships/image" Target="../media/image23.png"/><Relationship Id="rId70" Type="http://schemas.openxmlformats.org/officeDocument/2006/relationships/tags" Target="../tags/tag91.xml"/><Relationship Id="rId75" Type="http://schemas.openxmlformats.org/officeDocument/2006/relationships/image" Target="../media/image30.png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5" Type="http://schemas.openxmlformats.org/officeDocument/2006/relationships/tags" Target="../tags/tag79.xml"/><Relationship Id="rId23" Type="http://schemas.openxmlformats.org/officeDocument/2006/relationships/tags" Target="../tags/tag87.xml"/><Relationship Id="rId28" Type="http://schemas.openxmlformats.org/officeDocument/2006/relationships/tags" Target="../tags/tag92.xml"/><Relationship Id="rId36" Type="http://schemas.openxmlformats.org/officeDocument/2006/relationships/tags" Target="../tags/tag100.xml"/><Relationship Id="rId49" Type="http://schemas.openxmlformats.org/officeDocument/2006/relationships/image" Target="../media/image12.png"/><Relationship Id="rId57" Type="http://schemas.openxmlformats.org/officeDocument/2006/relationships/image" Target="../media/image20.png"/><Relationship Id="rId10" Type="http://schemas.openxmlformats.org/officeDocument/2006/relationships/tags" Target="../tags/tag74.xml"/><Relationship Id="rId31" Type="http://schemas.openxmlformats.org/officeDocument/2006/relationships/tags" Target="../tags/tag95.xml"/><Relationship Id="rId44" Type="http://schemas.openxmlformats.org/officeDocument/2006/relationships/image" Target="../media/image9.png"/><Relationship Id="rId52" Type="http://schemas.openxmlformats.org/officeDocument/2006/relationships/image" Target="../media/image15.png"/><Relationship Id="rId60" Type="http://schemas.openxmlformats.org/officeDocument/2006/relationships/image" Target="../media/image22.png"/><Relationship Id="rId65" Type="http://schemas.openxmlformats.org/officeDocument/2006/relationships/tags" Target="../tags/tag83.xml"/><Relationship Id="rId73" Type="http://schemas.openxmlformats.org/officeDocument/2006/relationships/image" Target="../media/image29.png"/><Relationship Id="rId78" Type="http://schemas.openxmlformats.org/officeDocument/2006/relationships/tags" Target="../tags/tag98.xml"/><Relationship Id="rId81" Type="http://schemas.openxmlformats.org/officeDocument/2006/relationships/image" Target="../media/image34.png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3" Type="http://schemas.openxmlformats.org/officeDocument/2006/relationships/tags" Target="../tags/tag77.xml"/><Relationship Id="rId18" Type="http://schemas.openxmlformats.org/officeDocument/2006/relationships/tags" Target="../tags/tag82.xml"/><Relationship Id="rId39" Type="http://schemas.openxmlformats.org/officeDocument/2006/relationships/tags" Target="../tags/tag66.xml"/><Relationship Id="rId34" Type="http://schemas.openxmlformats.org/officeDocument/2006/relationships/tags" Target="../tags/tag98.xml"/><Relationship Id="rId50" Type="http://schemas.openxmlformats.org/officeDocument/2006/relationships/image" Target="../media/image13.png"/><Relationship Id="rId55" Type="http://schemas.openxmlformats.org/officeDocument/2006/relationships/image" Target="../media/image18.png"/><Relationship Id="rId76" Type="http://schemas.openxmlformats.org/officeDocument/2006/relationships/tags" Target="../tags/tag94.xml"/><Relationship Id="rId7" Type="http://schemas.openxmlformats.org/officeDocument/2006/relationships/tags" Target="../tags/tag71.xml"/><Relationship Id="rId71" Type="http://schemas.openxmlformats.org/officeDocument/2006/relationships/image" Target="../media/image28.png"/><Relationship Id="rId2" Type="http://schemas.openxmlformats.org/officeDocument/2006/relationships/tags" Target="../tags/tag66.xml"/><Relationship Id="rId29" Type="http://schemas.openxmlformats.org/officeDocument/2006/relationships/tags" Target="../tags/tag93.xml"/><Relationship Id="rId24" Type="http://schemas.openxmlformats.org/officeDocument/2006/relationships/tags" Target="../tags/tag88.xml"/><Relationship Id="rId40" Type="http://schemas.openxmlformats.org/officeDocument/2006/relationships/image" Target="../media/image7.png"/><Relationship Id="rId45" Type="http://schemas.openxmlformats.org/officeDocument/2006/relationships/tags" Target="../tags/tag69.xml"/><Relationship Id="rId66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tags" Target="../tags/tag104.xml"/><Relationship Id="rId7" Type="http://schemas.openxmlformats.org/officeDocument/2006/relationships/image" Target="../media/image74.svg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image" Target="../media/image73.png"/><Relationship Id="rId11" Type="http://schemas.openxmlformats.org/officeDocument/2006/relationships/image" Target="../media/image78.sv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77.png"/><Relationship Id="rId4" Type="http://schemas.openxmlformats.org/officeDocument/2006/relationships/tags" Target="../tags/tag105.xml"/><Relationship Id="rId9" Type="http://schemas.openxmlformats.org/officeDocument/2006/relationships/image" Target="../media/image7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tags" Target="../tags/tag108.xml"/><Relationship Id="rId7" Type="http://schemas.openxmlformats.org/officeDocument/2006/relationships/image" Target="../media/image74.svg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73.png"/><Relationship Id="rId11" Type="http://schemas.openxmlformats.org/officeDocument/2006/relationships/image" Target="../media/image78.sv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77.png"/><Relationship Id="rId4" Type="http://schemas.openxmlformats.org/officeDocument/2006/relationships/tags" Target="../tags/tag109.xml"/><Relationship Id="rId9" Type="http://schemas.openxmlformats.org/officeDocument/2006/relationships/image" Target="../media/image7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1406525" y="2616200"/>
            <a:ext cx="1997710" cy="1798955"/>
            <a:chOff x="2215" y="4120"/>
            <a:chExt cx="3146" cy="2833"/>
          </a:xfrm>
        </p:grpSpPr>
        <p:grpSp>
          <p:nvGrpSpPr>
            <p:cNvPr id="10" name="组合 9"/>
            <p:cNvGrpSpPr/>
            <p:nvPr/>
          </p:nvGrpSpPr>
          <p:grpSpPr>
            <a:xfrm>
              <a:off x="2215" y="4120"/>
              <a:ext cx="3147" cy="2000"/>
              <a:chOff x="995" y="4208"/>
              <a:chExt cx="3147" cy="2000"/>
            </a:xfrm>
          </p:grpSpPr>
          <p:pic>
            <p:nvPicPr>
              <p:cNvPr id="7" name="图片 6" descr="32313539373633323b32313539373632393bd3c3bba7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839" y="4208"/>
                <a:ext cx="1440" cy="1440"/>
              </a:xfrm>
              <a:prstGeom prst="rect">
                <a:avLst/>
              </a:prstGeom>
            </p:spPr>
          </p:pic>
          <p:pic>
            <p:nvPicPr>
              <p:cNvPr id="8" name="图片 7" descr="32313539373633323b32313539373632393bd3c3bba7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702" y="4768"/>
                <a:ext cx="1440" cy="1440"/>
              </a:xfrm>
              <a:prstGeom prst="rect">
                <a:avLst/>
              </a:prstGeom>
            </p:spPr>
          </p:pic>
          <p:pic>
            <p:nvPicPr>
              <p:cNvPr id="9" name="图片 8" descr="32313539373633323b32313539373632393bd3c3bba7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95" y="4768"/>
                <a:ext cx="1440" cy="1440"/>
              </a:xfrm>
              <a:prstGeom prst="rect">
                <a:avLst/>
              </a:prstGeom>
            </p:spPr>
          </p:pic>
        </p:grpSp>
        <p:sp>
          <p:nvSpPr>
            <p:cNvPr id="12" name="文本框 11"/>
            <p:cNvSpPr txBox="1"/>
            <p:nvPr/>
          </p:nvSpPr>
          <p:spPr>
            <a:xfrm>
              <a:off x="2319" y="6373"/>
              <a:ext cx="29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</a:rPr>
                <a:t>Group Members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803775" y="505460"/>
            <a:ext cx="2584450" cy="1442720"/>
            <a:chOff x="7565" y="796"/>
            <a:chExt cx="4070" cy="2272"/>
          </a:xfrm>
        </p:grpSpPr>
        <p:pic>
          <p:nvPicPr>
            <p:cNvPr id="6" name="图片 5" descr="32303236333539393b32303236353031373bb7fecef1c6f7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880" y="796"/>
              <a:ext cx="1440" cy="1440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7565" y="2488"/>
              <a:ext cx="407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charset="0"/>
                  <a:cs typeface="Times New Roman" panose="02020603050405020304" charset="0"/>
                </a:rPr>
                <a:t>Registration Authority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667750" y="2971802"/>
            <a:ext cx="1854200" cy="1443355"/>
            <a:chOff x="14754" y="4680"/>
            <a:chExt cx="2920" cy="2273"/>
          </a:xfrm>
        </p:grpSpPr>
        <p:pic>
          <p:nvPicPr>
            <p:cNvPr id="11" name="图片 10" descr="343638353633323b343638353930383bb5e7c4d4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5494" y="4680"/>
              <a:ext cx="1440" cy="1440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14754" y="6373"/>
              <a:ext cx="29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</a:rPr>
                <a:t>Verifier</a:t>
              </a:r>
            </a:p>
          </p:txBody>
        </p:sp>
      </p:grpSp>
      <p:cxnSp>
        <p:nvCxnSpPr>
          <p:cNvPr id="18" name="直接箭头连接符 17"/>
          <p:cNvCxnSpPr/>
          <p:nvPr/>
        </p:nvCxnSpPr>
        <p:spPr>
          <a:xfrm flipV="1">
            <a:off x="3488690" y="1943102"/>
            <a:ext cx="2607310" cy="1485265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6134100" y="1948180"/>
            <a:ext cx="2785110" cy="145923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3533142" y="3505200"/>
            <a:ext cx="5360035" cy="2540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 rot="19860000">
            <a:off x="3265172" y="2306320"/>
            <a:ext cx="2663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+mj-ea"/>
              <a:buAutoNum type="circleNumDbPlain"/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Registration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764407" y="3628390"/>
            <a:ext cx="2663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+mj-ea"/>
              <a:buAutoNum type="circleNumDbPlain" startAt="2"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GTOTP Password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893177" y="2557145"/>
            <a:ext cx="2663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+mj-ea"/>
              <a:buAutoNum type="circleNumDbPlain" startAt="3"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Password Verification</a:t>
            </a:r>
          </a:p>
        </p:txBody>
      </p:sp>
      <p:sp>
        <p:nvSpPr>
          <p:cNvPr id="24" name="文本框 23"/>
          <p:cNvSpPr txBox="1"/>
          <p:nvPr/>
        </p:nvSpPr>
        <p:spPr>
          <a:xfrm rot="1620000">
            <a:off x="6491607" y="2339975"/>
            <a:ext cx="2663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+mj-ea"/>
              <a:buAutoNum type="circleNumDbPlain" startAt="4"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Password Traceability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椭圆 6"/>
              <p:cNvSpPr/>
              <p:nvPr>
                <p:custDataLst>
                  <p:tags r:id="rId2"/>
                </p:custDataLst>
              </p:nvPr>
            </p:nvSpPr>
            <p:spPr>
              <a:xfrm>
                <a:off x="2594610" y="1845945"/>
                <a:ext cx="494030" cy="51181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 xmlns="">
          <p:sp>
            <p:nvSpPr>
              <p:cNvPr id="7" name="椭圆 6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9"/>
                </p:custDataLst>
              </p:nvPr>
            </p:nvSpPr>
            <p:spPr>
              <a:xfrm>
                <a:off x="2594610" y="1845945"/>
                <a:ext cx="494030" cy="511810"/>
              </a:xfrm>
              <a:prstGeom prst="ellipse">
                <a:avLst/>
              </a:prstGeom>
              <a:blipFill>
                <a:blip r:embed="rId40"/>
                <a:stretch>
                  <a:fillRect l="-13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椭圆 7"/>
              <p:cNvSpPr/>
              <p:nvPr>
                <p:custDataLst>
                  <p:tags r:id="rId3"/>
                </p:custDataLst>
              </p:nvPr>
            </p:nvSpPr>
            <p:spPr>
              <a:xfrm>
                <a:off x="3754755" y="1845945"/>
                <a:ext cx="494030" cy="51181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椭圆 7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1"/>
                </p:custDataLst>
              </p:nvPr>
            </p:nvSpPr>
            <p:spPr>
              <a:xfrm>
                <a:off x="3754755" y="1845945"/>
                <a:ext cx="494030" cy="511810"/>
              </a:xfrm>
              <a:prstGeom prst="ellipse">
                <a:avLst/>
              </a:prstGeom>
              <a:blipFill>
                <a:blip r:embed="rId42"/>
                <a:stretch>
                  <a:fillRect l="-13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椭圆 12"/>
              <p:cNvSpPr/>
              <p:nvPr>
                <p:custDataLst>
                  <p:tags r:id="rId4"/>
                </p:custDataLst>
              </p:nvPr>
            </p:nvSpPr>
            <p:spPr>
              <a:xfrm>
                <a:off x="4915535" y="1845945"/>
                <a:ext cx="494030" cy="51181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椭圆 12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3"/>
                </p:custDataLst>
              </p:nvPr>
            </p:nvSpPr>
            <p:spPr>
              <a:xfrm>
                <a:off x="4915535" y="1845945"/>
                <a:ext cx="494030" cy="511810"/>
              </a:xfrm>
              <a:prstGeom prst="ellipse">
                <a:avLst/>
              </a:prstGeom>
              <a:blipFill>
                <a:blip r:embed="rId44"/>
                <a:stretch>
                  <a:fillRect l="-13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椭圆 13"/>
              <p:cNvSpPr/>
              <p:nvPr>
                <p:custDataLst>
                  <p:tags r:id="rId5"/>
                </p:custDataLst>
              </p:nvPr>
            </p:nvSpPr>
            <p:spPr>
              <a:xfrm>
                <a:off x="6076315" y="1845945"/>
                <a:ext cx="494030" cy="51181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4" name="椭圆 13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5"/>
                </p:custDataLst>
              </p:nvPr>
            </p:nvSpPr>
            <p:spPr>
              <a:xfrm>
                <a:off x="6076315" y="1845945"/>
                <a:ext cx="494030" cy="511810"/>
              </a:xfrm>
              <a:prstGeom prst="ellipse">
                <a:avLst/>
              </a:prstGeom>
              <a:blipFill>
                <a:blip r:embed="rId46"/>
                <a:stretch>
                  <a:fillRect l="-13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右箭头 16"/>
          <p:cNvSpPr/>
          <p:nvPr>
            <p:custDataLst>
              <p:tags r:id="rId6"/>
            </p:custDataLst>
          </p:nvPr>
        </p:nvSpPr>
        <p:spPr>
          <a:xfrm>
            <a:off x="3117217" y="2002157"/>
            <a:ext cx="593725" cy="28511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>
            <p:custDataLst>
              <p:tags r:id="rId7"/>
            </p:custDataLst>
          </p:nvPr>
        </p:nvSpPr>
        <p:spPr>
          <a:xfrm>
            <a:off x="4277997" y="2002157"/>
            <a:ext cx="593725" cy="28511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>
            <p:custDataLst>
              <p:tags r:id="rId8"/>
            </p:custDataLst>
          </p:nvPr>
        </p:nvSpPr>
        <p:spPr>
          <a:xfrm>
            <a:off x="5438777" y="2002157"/>
            <a:ext cx="593725" cy="28511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/>
              <p:cNvSpPr/>
              <p:nvPr>
                <p:custDataLst>
                  <p:tags r:id="rId9"/>
                </p:custDataLst>
              </p:nvPr>
            </p:nvSpPr>
            <p:spPr>
              <a:xfrm>
                <a:off x="7897495" y="1845945"/>
                <a:ext cx="494030" cy="51181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12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altLang="zh-CN" sz="1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0" name="椭圆 19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7"/>
                </p:custDataLst>
              </p:nvPr>
            </p:nvSpPr>
            <p:spPr>
              <a:xfrm>
                <a:off x="7897495" y="1845945"/>
                <a:ext cx="494030" cy="511810"/>
              </a:xfrm>
              <a:prstGeom prst="ellipse">
                <a:avLst/>
              </a:prstGeom>
              <a:blipFill>
                <a:blip r:embed="rId48"/>
                <a:stretch>
                  <a:fillRect l="-74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/>
              <p:cNvSpPr/>
              <p:nvPr/>
            </p:nvSpPr>
            <p:spPr>
              <a:xfrm>
                <a:off x="9057640" y="1845945"/>
                <a:ext cx="494030" cy="51181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" name="椭圆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7640" y="1845945"/>
                <a:ext cx="494030" cy="511810"/>
              </a:xfrm>
              <a:prstGeom prst="ellipse">
                <a:avLst/>
              </a:prstGeom>
              <a:blipFill>
                <a:blip r:embed="rId49"/>
                <a:stretch>
                  <a:fillRect l="-148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右箭头 23"/>
          <p:cNvSpPr/>
          <p:nvPr>
            <p:custDataLst>
              <p:tags r:id="rId10"/>
            </p:custDataLst>
          </p:nvPr>
        </p:nvSpPr>
        <p:spPr>
          <a:xfrm>
            <a:off x="8420102" y="2002157"/>
            <a:ext cx="593725" cy="28511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右箭头 26"/>
          <p:cNvSpPr/>
          <p:nvPr>
            <p:custDataLst>
              <p:tags r:id="rId11"/>
            </p:custDataLst>
          </p:nvPr>
        </p:nvSpPr>
        <p:spPr>
          <a:xfrm>
            <a:off x="6581140" y="2002157"/>
            <a:ext cx="1272540" cy="28511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椭圆 27"/>
              <p:cNvSpPr/>
              <p:nvPr/>
            </p:nvSpPr>
            <p:spPr>
              <a:xfrm>
                <a:off x="1179195" y="1807845"/>
                <a:ext cx="749300" cy="65786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𝑠𝑑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8" name="椭圆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195" y="1807845"/>
                <a:ext cx="749300" cy="657860"/>
              </a:xfrm>
              <a:prstGeom prst="ellipse">
                <a:avLst/>
              </a:prstGeom>
              <a:blipFill>
                <a:blip r:embed="rId5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右箭头 28"/>
          <p:cNvSpPr/>
          <p:nvPr>
            <p:custDataLst>
              <p:tags r:id="rId12"/>
            </p:custDataLst>
          </p:nvPr>
        </p:nvSpPr>
        <p:spPr>
          <a:xfrm>
            <a:off x="1957070" y="2002155"/>
            <a:ext cx="593725" cy="28511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上弧形箭头 29"/>
          <p:cNvSpPr/>
          <p:nvPr/>
        </p:nvSpPr>
        <p:spPr>
          <a:xfrm>
            <a:off x="2742567" y="1369062"/>
            <a:ext cx="1194435" cy="438785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上弧形箭头 30"/>
          <p:cNvSpPr/>
          <p:nvPr/>
        </p:nvSpPr>
        <p:spPr>
          <a:xfrm>
            <a:off x="4002407" y="1369062"/>
            <a:ext cx="1194435" cy="438785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上弧形箭头 31"/>
          <p:cNvSpPr/>
          <p:nvPr/>
        </p:nvSpPr>
        <p:spPr>
          <a:xfrm>
            <a:off x="5196842" y="1369062"/>
            <a:ext cx="1194435" cy="438785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上弧形箭头 32"/>
          <p:cNvSpPr/>
          <p:nvPr/>
        </p:nvSpPr>
        <p:spPr>
          <a:xfrm>
            <a:off x="8144512" y="1369062"/>
            <a:ext cx="1194435" cy="438785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上弧形箭头 33"/>
          <p:cNvSpPr/>
          <p:nvPr/>
        </p:nvSpPr>
        <p:spPr>
          <a:xfrm>
            <a:off x="6950077" y="1369062"/>
            <a:ext cx="1194435" cy="438785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6854192" y="1893572"/>
            <a:ext cx="758825" cy="441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……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2804160" y="1005205"/>
                <a:ext cx="10718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160" y="1005205"/>
                <a:ext cx="1071880" cy="368300"/>
              </a:xfrm>
              <a:prstGeom prst="rect">
                <a:avLst/>
              </a:prstGeom>
              <a:blipFill>
                <a:blip r:embed="rId51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/>
              <p:cNvSpPr txBox="1"/>
              <p:nvPr/>
            </p:nvSpPr>
            <p:spPr>
              <a:xfrm>
                <a:off x="4000500" y="1005205"/>
                <a:ext cx="10718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0" y="1005205"/>
                <a:ext cx="1071880" cy="368300"/>
              </a:xfrm>
              <a:prstGeom prst="rect">
                <a:avLst/>
              </a:prstGeom>
              <a:blipFill>
                <a:blip r:embed="rId5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/>
              <p:cNvSpPr txBox="1"/>
              <p:nvPr/>
            </p:nvSpPr>
            <p:spPr>
              <a:xfrm>
                <a:off x="5196840" y="1005205"/>
                <a:ext cx="10718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840" y="1005205"/>
                <a:ext cx="1071880" cy="368300"/>
              </a:xfrm>
              <a:prstGeom prst="rect">
                <a:avLst/>
              </a:prstGeom>
              <a:blipFill>
                <a:blip r:embed="rId5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/>
              <p:cNvSpPr txBox="1"/>
              <p:nvPr/>
            </p:nvSpPr>
            <p:spPr>
              <a:xfrm>
                <a:off x="7011670" y="1005205"/>
                <a:ext cx="10718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9" name="文本框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1670" y="1005205"/>
                <a:ext cx="1071880" cy="368300"/>
              </a:xfrm>
              <a:prstGeom prst="rect">
                <a:avLst/>
              </a:prstGeom>
              <a:blipFill>
                <a:blip r:embed="rId54"/>
                <a:stretch>
                  <a:fillRect r="-11364"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/>
              <p:cNvSpPr txBox="1"/>
              <p:nvPr/>
            </p:nvSpPr>
            <p:spPr>
              <a:xfrm>
                <a:off x="8181340" y="1005205"/>
                <a:ext cx="10718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340" y="1005205"/>
                <a:ext cx="1071880" cy="368300"/>
              </a:xfrm>
              <a:prstGeom prst="rect">
                <a:avLst/>
              </a:prstGeom>
              <a:blipFill>
                <a:blip r:embed="rId55"/>
                <a:stretch>
                  <a:fillRect r="-11364"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/>
              <p:cNvSpPr txBox="1"/>
              <p:nvPr/>
            </p:nvSpPr>
            <p:spPr>
              <a:xfrm>
                <a:off x="9595485" y="1954530"/>
                <a:ext cx="846455" cy="3632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5485" y="1954530"/>
                <a:ext cx="846455" cy="363220"/>
              </a:xfrm>
              <a:prstGeom prst="rect">
                <a:avLst/>
              </a:prstGeom>
              <a:blipFill>
                <a:blip r:embed="rId56"/>
                <a:stretch>
                  <a:fillRect b="-118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椭圆 45"/>
              <p:cNvSpPr/>
              <p:nvPr/>
            </p:nvSpPr>
            <p:spPr>
              <a:xfrm>
                <a:off x="1167130" y="2593340"/>
                <a:ext cx="749300" cy="65786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𝑠𝑑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6" name="椭圆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130" y="2593340"/>
                <a:ext cx="749300" cy="657860"/>
              </a:xfrm>
              <a:prstGeom prst="ellipse">
                <a:avLst/>
              </a:prstGeom>
              <a:blipFill>
                <a:blip r:embed="rId5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右箭头 46"/>
          <p:cNvSpPr/>
          <p:nvPr>
            <p:custDataLst>
              <p:tags r:id="rId14"/>
            </p:custDataLst>
          </p:nvPr>
        </p:nvSpPr>
        <p:spPr>
          <a:xfrm>
            <a:off x="1945005" y="2787650"/>
            <a:ext cx="593725" cy="28511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椭圆 47"/>
              <p:cNvSpPr/>
              <p:nvPr/>
            </p:nvSpPr>
            <p:spPr>
              <a:xfrm>
                <a:off x="1207770" y="3863975"/>
                <a:ext cx="749300" cy="657860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𝑠𝑑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altLang="zh-CN" sz="1600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8" name="椭圆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770" y="3863975"/>
                <a:ext cx="749300" cy="657860"/>
              </a:xfrm>
              <a:prstGeom prst="ellipse">
                <a:avLst/>
              </a:prstGeom>
              <a:blipFill>
                <a:blip r:embed="rId5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右箭头 48"/>
          <p:cNvSpPr/>
          <p:nvPr>
            <p:custDataLst>
              <p:tags r:id="rId15"/>
            </p:custDataLst>
          </p:nvPr>
        </p:nvSpPr>
        <p:spPr>
          <a:xfrm>
            <a:off x="1985645" y="4058285"/>
            <a:ext cx="593725" cy="285115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椭圆 51"/>
              <p:cNvSpPr/>
              <p:nvPr>
                <p:custDataLst>
                  <p:tags r:id="rId16"/>
                </p:custDataLst>
              </p:nvPr>
            </p:nvSpPr>
            <p:spPr>
              <a:xfrm>
                <a:off x="2575560" y="2666365"/>
                <a:ext cx="494030" cy="51181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 xmlns="">
          <p:sp>
            <p:nvSpPr>
              <p:cNvPr id="52" name="椭圆 51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9"/>
                </p:custDataLst>
              </p:nvPr>
            </p:nvSpPr>
            <p:spPr>
              <a:xfrm>
                <a:off x="2575560" y="2666365"/>
                <a:ext cx="494030" cy="511810"/>
              </a:xfrm>
              <a:prstGeom prst="ellipse">
                <a:avLst/>
              </a:prstGeom>
              <a:blipFill>
                <a:blip r:embed="rId60"/>
                <a:stretch>
                  <a:fillRect l="-13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椭圆 5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735705" y="2666365"/>
                <a:ext cx="494030" cy="51181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3" name="椭圆 52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1"/>
                </p:custDataLst>
              </p:nvPr>
            </p:nvSpPr>
            <p:spPr>
              <a:xfrm>
                <a:off x="3735705" y="2666365"/>
                <a:ext cx="494030" cy="511810"/>
              </a:xfrm>
              <a:prstGeom prst="ellipse">
                <a:avLst/>
              </a:prstGeom>
              <a:blipFill>
                <a:blip r:embed="rId62"/>
                <a:stretch>
                  <a:fillRect l="-13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椭圆 53"/>
              <p:cNvSpPr/>
              <p:nvPr>
                <p:custDataLst>
                  <p:tags r:id="rId18"/>
                </p:custDataLst>
              </p:nvPr>
            </p:nvSpPr>
            <p:spPr>
              <a:xfrm>
                <a:off x="4896485" y="2666365"/>
                <a:ext cx="494030" cy="51181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4" name="椭圆 53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3"/>
                </p:custDataLst>
              </p:nvPr>
            </p:nvSpPr>
            <p:spPr>
              <a:xfrm>
                <a:off x="4896485" y="2666365"/>
                <a:ext cx="494030" cy="511810"/>
              </a:xfrm>
              <a:prstGeom prst="ellipse">
                <a:avLst/>
              </a:prstGeom>
              <a:blipFill>
                <a:blip r:embed="rId64"/>
                <a:stretch>
                  <a:fillRect l="-13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椭圆 54"/>
              <p:cNvSpPr/>
              <p:nvPr>
                <p:custDataLst>
                  <p:tags r:id="rId19"/>
                </p:custDataLst>
              </p:nvPr>
            </p:nvSpPr>
            <p:spPr>
              <a:xfrm>
                <a:off x="6057265" y="2666365"/>
                <a:ext cx="494030" cy="51181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5" name="椭圆 54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5"/>
                </p:custDataLst>
              </p:nvPr>
            </p:nvSpPr>
            <p:spPr>
              <a:xfrm>
                <a:off x="6057265" y="2666365"/>
                <a:ext cx="494030" cy="511810"/>
              </a:xfrm>
              <a:prstGeom prst="ellipse">
                <a:avLst/>
              </a:prstGeom>
              <a:blipFill>
                <a:blip r:embed="rId66"/>
                <a:stretch>
                  <a:fillRect l="-13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右箭头 55"/>
          <p:cNvSpPr/>
          <p:nvPr>
            <p:custDataLst>
              <p:tags r:id="rId20"/>
            </p:custDataLst>
          </p:nvPr>
        </p:nvSpPr>
        <p:spPr>
          <a:xfrm>
            <a:off x="3098167" y="2822577"/>
            <a:ext cx="593725" cy="28511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右箭头 56"/>
          <p:cNvSpPr/>
          <p:nvPr>
            <p:custDataLst>
              <p:tags r:id="rId21"/>
            </p:custDataLst>
          </p:nvPr>
        </p:nvSpPr>
        <p:spPr>
          <a:xfrm>
            <a:off x="4258947" y="2822577"/>
            <a:ext cx="593725" cy="28511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右箭头 57"/>
          <p:cNvSpPr/>
          <p:nvPr>
            <p:custDataLst>
              <p:tags r:id="rId22"/>
            </p:custDataLst>
          </p:nvPr>
        </p:nvSpPr>
        <p:spPr>
          <a:xfrm>
            <a:off x="5419727" y="2822577"/>
            <a:ext cx="593725" cy="28511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椭圆 58"/>
              <p:cNvSpPr/>
              <p:nvPr>
                <p:custDataLst>
                  <p:tags r:id="rId23"/>
                </p:custDataLst>
              </p:nvPr>
            </p:nvSpPr>
            <p:spPr>
              <a:xfrm>
                <a:off x="7878445" y="2666365"/>
                <a:ext cx="494030" cy="51181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12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altLang="zh-CN" sz="1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9" name="椭圆 58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7"/>
                </p:custDataLst>
              </p:nvPr>
            </p:nvSpPr>
            <p:spPr>
              <a:xfrm>
                <a:off x="7878445" y="2666365"/>
                <a:ext cx="494030" cy="511810"/>
              </a:xfrm>
              <a:prstGeom prst="ellipse">
                <a:avLst/>
              </a:prstGeom>
              <a:blipFill>
                <a:blip r:embed="rId68"/>
                <a:stretch>
                  <a:fillRect l="-61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椭圆 59"/>
              <p:cNvSpPr/>
              <p:nvPr/>
            </p:nvSpPr>
            <p:spPr>
              <a:xfrm>
                <a:off x="9038590" y="2666365"/>
                <a:ext cx="494030" cy="51181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0" name="椭圆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590" y="2666365"/>
                <a:ext cx="494030" cy="511810"/>
              </a:xfrm>
              <a:prstGeom prst="ellipse">
                <a:avLst/>
              </a:prstGeom>
              <a:blipFill>
                <a:blip r:embed="rId69"/>
                <a:stretch>
                  <a:fillRect l="-148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右箭头 60"/>
          <p:cNvSpPr/>
          <p:nvPr>
            <p:custDataLst>
              <p:tags r:id="rId24"/>
            </p:custDataLst>
          </p:nvPr>
        </p:nvSpPr>
        <p:spPr>
          <a:xfrm>
            <a:off x="8401052" y="2822577"/>
            <a:ext cx="593725" cy="28511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右箭头 61"/>
          <p:cNvSpPr/>
          <p:nvPr>
            <p:custDataLst>
              <p:tags r:id="rId25"/>
            </p:custDataLst>
          </p:nvPr>
        </p:nvSpPr>
        <p:spPr>
          <a:xfrm>
            <a:off x="6562090" y="2822577"/>
            <a:ext cx="1272540" cy="28511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63" name="文本框 62"/>
          <p:cNvSpPr txBox="1"/>
          <p:nvPr>
            <p:custDataLst>
              <p:tags r:id="rId26"/>
            </p:custDataLst>
          </p:nvPr>
        </p:nvSpPr>
        <p:spPr>
          <a:xfrm>
            <a:off x="6835142" y="2713992"/>
            <a:ext cx="75882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……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椭圆 63"/>
              <p:cNvSpPr/>
              <p:nvPr>
                <p:custDataLst>
                  <p:tags r:id="rId27"/>
                </p:custDataLst>
              </p:nvPr>
            </p:nvSpPr>
            <p:spPr>
              <a:xfrm>
                <a:off x="2594610" y="3937000"/>
                <a:ext cx="494030" cy="511810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4" name="椭圆 63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0"/>
                </p:custDataLst>
              </p:nvPr>
            </p:nvSpPr>
            <p:spPr>
              <a:xfrm>
                <a:off x="2594610" y="3937000"/>
                <a:ext cx="494030" cy="511810"/>
              </a:xfrm>
              <a:prstGeom prst="ellipse">
                <a:avLst/>
              </a:prstGeom>
              <a:blipFill>
                <a:blip r:embed="rId71"/>
                <a:stretch>
                  <a:fillRect l="-123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椭圆 64"/>
              <p:cNvSpPr/>
              <p:nvPr>
                <p:custDataLst>
                  <p:tags r:id="rId28"/>
                </p:custDataLst>
              </p:nvPr>
            </p:nvSpPr>
            <p:spPr>
              <a:xfrm>
                <a:off x="3754755" y="3937000"/>
                <a:ext cx="494030" cy="511810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5" name="椭圆 64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2"/>
                </p:custDataLst>
              </p:nvPr>
            </p:nvSpPr>
            <p:spPr>
              <a:xfrm>
                <a:off x="3754755" y="3937000"/>
                <a:ext cx="494030" cy="511810"/>
              </a:xfrm>
              <a:prstGeom prst="ellipse">
                <a:avLst/>
              </a:prstGeom>
              <a:blipFill>
                <a:blip r:embed="rId73"/>
                <a:stretch>
                  <a:fillRect l="-123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椭圆 65"/>
              <p:cNvSpPr/>
              <p:nvPr>
                <p:custDataLst>
                  <p:tags r:id="rId29"/>
                </p:custDataLst>
              </p:nvPr>
            </p:nvSpPr>
            <p:spPr>
              <a:xfrm>
                <a:off x="4915535" y="3937000"/>
                <a:ext cx="494030" cy="511810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6" name="椭圆 65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4"/>
                </p:custDataLst>
              </p:nvPr>
            </p:nvSpPr>
            <p:spPr>
              <a:xfrm>
                <a:off x="4915535" y="3937000"/>
                <a:ext cx="494030" cy="511810"/>
              </a:xfrm>
              <a:prstGeom prst="ellipse">
                <a:avLst/>
              </a:prstGeom>
              <a:blipFill>
                <a:blip r:embed="rId75"/>
                <a:stretch>
                  <a:fillRect l="-123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椭圆 66"/>
              <p:cNvSpPr/>
              <p:nvPr>
                <p:custDataLst>
                  <p:tags r:id="rId30"/>
                </p:custDataLst>
              </p:nvPr>
            </p:nvSpPr>
            <p:spPr>
              <a:xfrm>
                <a:off x="6076315" y="3937000"/>
                <a:ext cx="494030" cy="511810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7" name="椭圆 66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6"/>
                </p:custDataLst>
              </p:nvPr>
            </p:nvSpPr>
            <p:spPr>
              <a:xfrm>
                <a:off x="6076315" y="3937000"/>
                <a:ext cx="494030" cy="511810"/>
              </a:xfrm>
              <a:prstGeom prst="ellipse">
                <a:avLst/>
              </a:prstGeom>
              <a:blipFill>
                <a:blip r:embed="rId77"/>
                <a:stretch>
                  <a:fillRect l="-123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右箭头 67"/>
          <p:cNvSpPr/>
          <p:nvPr>
            <p:custDataLst>
              <p:tags r:id="rId31"/>
            </p:custDataLst>
          </p:nvPr>
        </p:nvSpPr>
        <p:spPr>
          <a:xfrm>
            <a:off x="3117217" y="4093212"/>
            <a:ext cx="593725" cy="285115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9" name="右箭头 68"/>
          <p:cNvSpPr/>
          <p:nvPr>
            <p:custDataLst>
              <p:tags r:id="rId32"/>
            </p:custDataLst>
          </p:nvPr>
        </p:nvSpPr>
        <p:spPr>
          <a:xfrm>
            <a:off x="4277997" y="4093212"/>
            <a:ext cx="593725" cy="285115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0" name="右箭头 69"/>
          <p:cNvSpPr/>
          <p:nvPr>
            <p:custDataLst>
              <p:tags r:id="rId33"/>
            </p:custDataLst>
          </p:nvPr>
        </p:nvSpPr>
        <p:spPr>
          <a:xfrm>
            <a:off x="5438777" y="4093212"/>
            <a:ext cx="593725" cy="285115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椭圆 70"/>
              <p:cNvSpPr/>
              <p:nvPr>
                <p:custDataLst>
                  <p:tags r:id="rId34"/>
                </p:custDataLst>
              </p:nvPr>
            </p:nvSpPr>
            <p:spPr>
              <a:xfrm>
                <a:off x="7897495" y="3937000"/>
                <a:ext cx="494030" cy="511810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altLang="zh-CN" sz="1200" i="1">
                  <a:solidFill>
                    <a:schemeClr val="tx1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1" name="椭圆 70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8"/>
                </p:custDataLst>
              </p:nvPr>
            </p:nvSpPr>
            <p:spPr>
              <a:xfrm>
                <a:off x="7897495" y="3937000"/>
                <a:ext cx="494030" cy="511810"/>
              </a:xfrm>
              <a:prstGeom prst="ellipse">
                <a:avLst/>
              </a:prstGeom>
              <a:blipFill>
                <a:blip r:embed="rId79"/>
                <a:stretch>
                  <a:fillRect l="-74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椭圆 71"/>
              <p:cNvSpPr/>
              <p:nvPr/>
            </p:nvSpPr>
            <p:spPr>
              <a:xfrm>
                <a:off x="9057640" y="3937000"/>
                <a:ext cx="494030" cy="511810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𝑝𝑤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2" name="椭圆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7640" y="3937000"/>
                <a:ext cx="494030" cy="511810"/>
              </a:xfrm>
              <a:prstGeom prst="ellipse">
                <a:avLst/>
              </a:prstGeom>
              <a:blipFill>
                <a:blip r:embed="rId80"/>
                <a:stretch>
                  <a:fillRect l="-13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右箭头 72"/>
          <p:cNvSpPr/>
          <p:nvPr>
            <p:custDataLst>
              <p:tags r:id="rId35"/>
            </p:custDataLst>
          </p:nvPr>
        </p:nvSpPr>
        <p:spPr>
          <a:xfrm>
            <a:off x="8420102" y="4093212"/>
            <a:ext cx="593725" cy="285115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4" name="右箭头 73"/>
          <p:cNvSpPr/>
          <p:nvPr>
            <p:custDataLst>
              <p:tags r:id="rId36"/>
            </p:custDataLst>
          </p:nvPr>
        </p:nvSpPr>
        <p:spPr>
          <a:xfrm>
            <a:off x="6581140" y="4093212"/>
            <a:ext cx="1272540" cy="285115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5" name="文本框 74"/>
          <p:cNvSpPr txBox="1"/>
          <p:nvPr>
            <p:custDataLst>
              <p:tags r:id="rId37"/>
            </p:custDataLst>
          </p:nvPr>
        </p:nvSpPr>
        <p:spPr>
          <a:xfrm>
            <a:off x="6854192" y="3984627"/>
            <a:ext cx="75882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algn="ctr"/>
            <a:r>
              <a:rPr lang="en-US" altLang="zh-CN"/>
              <a:t>……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/>
              <p:cNvSpPr txBox="1"/>
              <p:nvPr/>
            </p:nvSpPr>
            <p:spPr>
              <a:xfrm>
                <a:off x="9595485" y="2792095"/>
                <a:ext cx="846455" cy="3632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6" name="文本框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5485" y="2792095"/>
                <a:ext cx="846455" cy="363220"/>
              </a:xfrm>
              <a:prstGeom prst="rect">
                <a:avLst/>
              </a:prstGeom>
              <a:blipFill>
                <a:blip r:embed="rId81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/>
              <p:cNvSpPr txBox="1"/>
              <p:nvPr/>
            </p:nvSpPr>
            <p:spPr>
              <a:xfrm>
                <a:off x="9595485" y="3980180"/>
                <a:ext cx="846455" cy="3632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7" name="文本框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5485" y="3980180"/>
                <a:ext cx="846455" cy="363220"/>
              </a:xfrm>
              <a:prstGeom prst="rect">
                <a:avLst/>
              </a:prstGeom>
              <a:blipFill>
                <a:blip r:embed="rId8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文本框 77"/>
          <p:cNvSpPr txBox="1"/>
          <p:nvPr/>
        </p:nvSpPr>
        <p:spPr>
          <a:xfrm rot="5400000">
            <a:off x="5240022" y="3449320"/>
            <a:ext cx="765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……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52240" y="707392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</a:p>
        </p:txBody>
      </p:sp>
      <p:sp>
        <p:nvSpPr>
          <p:cNvPr id="5" name="矩形 4"/>
          <p:cNvSpPr/>
          <p:nvPr/>
        </p:nvSpPr>
        <p:spPr>
          <a:xfrm>
            <a:off x="4723130" y="707392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6" name="矩形 5"/>
          <p:cNvSpPr/>
          <p:nvPr/>
        </p:nvSpPr>
        <p:spPr>
          <a:xfrm>
            <a:off x="5494020" y="707392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</a:p>
        </p:txBody>
      </p:sp>
      <p:sp>
        <p:nvSpPr>
          <p:cNvPr id="7" name="矩形 6"/>
          <p:cNvSpPr/>
          <p:nvPr/>
        </p:nvSpPr>
        <p:spPr>
          <a:xfrm>
            <a:off x="6264910" y="707392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8" name="矩形 7"/>
          <p:cNvSpPr/>
          <p:nvPr/>
        </p:nvSpPr>
        <p:spPr>
          <a:xfrm>
            <a:off x="7035800" y="707392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</a:p>
        </p:txBody>
      </p:sp>
      <p:sp>
        <p:nvSpPr>
          <p:cNvPr id="9" name="矩形 8"/>
          <p:cNvSpPr/>
          <p:nvPr/>
        </p:nvSpPr>
        <p:spPr>
          <a:xfrm>
            <a:off x="7806690" y="707392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10" name="矩形 9"/>
          <p:cNvSpPr/>
          <p:nvPr/>
        </p:nvSpPr>
        <p:spPr>
          <a:xfrm>
            <a:off x="8577580" y="707392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</a:p>
        </p:txBody>
      </p:sp>
      <p:sp>
        <p:nvSpPr>
          <p:cNvPr id="11" name="矩形 10"/>
          <p:cNvSpPr/>
          <p:nvPr/>
        </p:nvSpPr>
        <p:spPr>
          <a:xfrm>
            <a:off x="9348470" y="707392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圆角矩形 12"/>
              <p:cNvSpPr/>
              <p:nvPr/>
            </p:nvSpPr>
            <p:spPr>
              <a:xfrm>
                <a:off x="3358517" y="2127885"/>
                <a:ext cx="854075" cy="42672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𝑅𝑜𝑜𝑡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3" name="圆角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517" y="2127885"/>
                <a:ext cx="854075" cy="4267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圆角矩形 13"/>
              <p:cNvSpPr/>
              <p:nvPr/>
            </p:nvSpPr>
            <p:spPr>
              <a:xfrm>
                <a:off x="7915277" y="2127885"/>
                <a:ext cx="854075" cy="42672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𝑅𝑜𝑜𝑡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圆角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277" y="2127885"/>
                <a:ext cx="854075" cy="4267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圆角矩形 14"/>
          <p:cNvSpPr/>
          <p:nvPr/>
        </p:nvSpPr>
        <p:spPr>
          <a:xfrm>
            <a:off x="2090420" y="2988945"/>
            <a:ext cx="854075" cy="426720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4601847" y="2988945"/>
            <a:ext cx="854075" cy="4267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6742432" y="3046730"/>
            <a:ext cx="854075" cy="426720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9253857" y="3046730"/>
            <a:ext cx="854075" cy="426720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圆角矩形 18"/>
              <p:cNvSpPr/>
              <p:nvPr/>
            </p:nvSpPr>
            <p:spPr>
              <a:xfrm>
                <a:off x="1471930" y="3823970"/>
                <a:ext cx="854075" cy="4267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’1</m:t>
                          </m:r>
                        </m:sup>
                      </m:sSub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" name="圆角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930" y="3823970"/>
                <a:ext cx="854075" cy="4267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圆角矩形 19"/>
              <p:cNvSpPr/>
              <p:nvPr/>
            </p:nvSpPr>
            <p:spPr>
              <a:xfrm>
                <a:off x="2740662" y="3823970"/>
                <a:ext cx="854075" cy="42672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’2</m:t>
                          </m:r>
                        </m:sup>
                      </m:sSub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" name="圆角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662" y="3823970"/>
                <a:ext cx="854075" cy="42672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圆角矩形 22"/>
              <p:cNvSpPr/>
              <p:nvPr/>
            </p:nvSpPr>
            <p:spPr>
              <a:xfrm>
                <a:off x="3977007" y="3823970"/>
                <a:ext cx="854075" cy="42672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’1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3" name="圆角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007" y="3823970"/>
                <a:ext cx="854075" cy="42672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圆角矩形 23"/>
              <p:cNvSpPr/>
              <p:nvPr/>
            </p:nvSpPr>
            <p:spPr>
              <a:xfrm>
                <a:off x="5245737" y="3823970"/>
                <a:ext cx="854075" cy="42672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4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’1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4" name="圆角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737" y="3823970"/>
                <a:ext cx="854075" cy="42672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圆角矩形 24"/>
              <p:cNvSpPr/>
              <p:nvPr/>
            </p:nvSpPr>
            <p:spPr>
              <a:xfrm>
                <a:off x="6206492" y="3823970"/>
                <a:ext cx="854075" cy="42672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’1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5" name="圆角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492" y="3823970"/>
                <a:ext cx="854075" cy="42672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圆角矩形 25"/>
              <p:cNvSpPr/>
              <p:nvPr/>
            </p:nvSpPr>
            <p:spPr>
              <a:xfrm>
                <a:off x="7475222" y="3823970"/>
                <a:ext cx="854075" cy="42672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’2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6" name="圆角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5222" y="3823970"/>
                <a:ext cx="854075" cy="42672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圆角矩形 26"/>
              <p:cNvSpPr/>
              <p:nvPr/>
            </p:nvSpPr>
            <p:spPr>
              <a:xfrm>
                <a:off x="8616317" y="3823970"/>
                <a:ext cx="854075" cy="42672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’2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7" name="圆角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317" y="3823970"/>
                <a:ext cx="854075" cy="426720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圆角矩形 27"/>
              <p:cNvSpPr/>
              <p:nvPr/>
            </p:nvSpPr>
            <p:spPr>
              <a:xfrm>
                <a:off x="9885045" y="3823970"/>
                <a:ext cx="854075" cy="42672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4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’2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8" name="圆角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045" y="3823970"/>
                <a:ext cx="854075" cy="426720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圆角矩形 28"/>
              <p:cNvSpPr/>
              <p:nvPr/>
            </p:nvSpPr>
            <p:spPr>
              <a:xfrm>
                <a:off x="1471930" y="4977130"/>
                <a:ext cx="854075" cy="42672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9" name="圆角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930" y="4977130"/>
                <a:ext cx="854075" cy="426720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圆角矩形 29"/>
              <p:cNvSpPr/>
              <p:nvPr/>
            </p:nvSpPr>
            <p:spPr>
              <a:xfrm>
                <a:off x="2740662" y="4977130"/>
                <a:ext cx="854075" cy="42672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0" name="圆角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662" y="4977130"/>
                <a:ext cx="854075" cy="426720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圆角矩形 30"/>
              <p:cNvSpPr/>
              <p:nvPr/>
            </p:nvSpPr>
            <p:spPr>
              <a:xfrm>
                <a:off x="3977007" y="4977130"/>
                <a:ext cx="854075" cy="42672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1" name="圆角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007" y="4977130"/>
                <a:ext cx="854075" cy="426720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圆角矩形 31"/>
              <p:cNvSpPr/>
              <p:nvPr/>
            </p:nvSpPr>
            <p:spPr>
              <a:xfrm>
                <a:off x="5245737" y="4977130"/>
                <a:ext cx="854075" cy="42672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4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2" name="圆角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737" y="4977130"/>
                <a:ext cx="854075" cy="426720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圆角矩形 32"/>
              <p:cNvSpPr/>
              <p:nvPr/>
            </p:nvSpPr>
            <p:spPr>
              <a:xfrm>
                <a:off x="6206492" y="4977130"/>
                <a:ext cx="854075" cy="42672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3" name="圆角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492" y="4977130"/>
                <a:ext cx="854075" cy="426720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圆角矩形 33"/>
              <p:cNvSpPr/>
              <p:nvPr/>
            </p:nvSpPr>
            <p:spPr>
              <a:xfrm>
                <a:off x="7475222" y="4977130"/>
                <a:ext cx="854075" cy="42672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4" name="圆角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5222" y="4977130"/>
                <a:ext cx="854075" cy="426720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圆角矩形 34"/>
              <p:cNvSpPr/>
              <p:nvPr/>
            </p:nvSpPr>
            <p:spPr>
              <a:xfrm>
                <a:off x="8616317" y="4977130"/>
                <a:ext cx="854075" cy="42672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5" name="圆角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317" y="4977130"/>
                <a:ext cx="854075" cy="426720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圆角矩形 35"/>
              <p:cNvSpPr/>
              <p:nvPr/>
            </p:nvSpPr>
            <p:spPr>
              <a:xfrm>
                <a:off x="9885045" y="4977130"/>
                <a:ext cx="854075" cy="42672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4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6" name="圆角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045" y="4977130"/>
                <a:ext cx="854075" cy="426720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接箭头连接符 38"/>
          <p:cNvCxnSpPr>
            <a:stCxn id="13" idx="2"/>
            <a:endCxn id="15" idx="0"/>
          </p:cNvCxnSpPr>
          <p:nvPr/>
        </p:nvCxnSpPr>
        <p:spPr>
          <a:xfrm flipH="1">
            <a:off x="2517775" y="2554605"/>
            <a:ext cx="1268095" cy="434340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13" idx="2"/>
            <a:endCxn id="16" idx="0"/>
          </p:cNvCxnSpPr>
          <p:nvPr/>
        </p:nvCxnSpPr>
        <p:spPr>
          <a:xfrm>
            <a:off x="3785870" y="2554605"/>
            <a:ext cx="1243330" cy="434340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15" idx="2"/>
            <a:endCxn id="19" idx="0"/>
          </p:cNvCxnSpPr>
          <p:nvPr/>
        </p:nvCxnSpPr>
        <p:spPr>
          <a:xfrm flipH="1">
            <a:off x="1899285" y="3415665"/>
            <a:ext cx="618490" cy="408305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15" idx="2"/>
            <a:endCxn id="20" idx="0"/>
          </p:cNvCxnSpPr>
          <p:nvPr/>
        </p:nvCxnSpPr>
        <p:spPr>
          <a:xfrm>
            <a:off x="2517775" y="3415665"/>
            <a:ext cx="650240" cy="408305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16" idx="2"/>
            <a:endCxn id="23" idx="0"/>
          </p:cNvCxnSpPr>
          <p:nvPr/>
        </p:nvCxnSpPr>
        <p:spPr>
          <a:xfrm flipH="1">
            <a:off x="4404360" y="3415667"/>
            <a:ext cx="624840" cy="408305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16" idx="2"/>
            <a:endCxn id="24" idx="0"/>
          </p:cNvCxnSpPr>
          <p:nvPr/>
        </p:nvCxnSpPr>
        <p:spPr>
          <a:xfrm>
            <a:off x="5029200" y="3415667"/>
            <a:ext cx="643890" cy="408305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14" idx="2"/>
            <a:endCxn id="17" idx="0"/>
          </p:cNvCxnSpPr>
          <p:nvPr/>
        </p:nvCxnSpPr>
        <p:spPr>
          <a:xfrm flipH="1">
            <a:off x="7169787" y="2554607"/>
            <a:ext cx="1172845" cy="492125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14" idx="2"/>
            <a:endCxn id="18" idx="0"/>
          </p:cNvCxnSpPr>
          <p:nvPr/>
        </p:nvCxnSpPr>
        <p:spPr>
          <a:xfrm>
            <a:off x="8342630" y="2554607"/>
            <a:ext cx="1338580" cy="492125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stCxn id="17" idx="2"/>
            <a:endCxn id="25" idx="0"/>
          </p:cNvCxnSpPr>
          <p:nvPr/>
        </p:nvCxnSpPr>
        <p:spPr>
          <a:xfrm flipH="1">
            <a:off x="6633845" y="3473450"/>
            <a:ext cx="535940" cy="350520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17" idx="2"/>
            <a:endCxn id="26" idx="0"/>
          </p:cNvCxnSpPr>
          <p:nvPr/>
        </p:nvCxnSpPr>
        <p:spPr>
          <a:xfrm>
            <a:off x="7169785" y="3473450"/>
            <a:ext cx="732790" cy="350520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stCxn id="18" idx="2"/>
            <a:endCxn id="27" idx="0"/>
          </p:cNvCxnSpPr>
          <p:nvPr/>
        </p:nvCxnSpPr>
        <p:spPr>
          <a:xfrm flipH="1">
            <a:off x="9043670" y="3473450"/>
            <a:ext cx="637540" cy="350520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18" idx="2"/>
            <a:endCxn id="28" idx="0"/>
          </p:cNvCxnSpPr>
          <p:nvPr/>
        </p:nvCxnSpPr>
        <p:spPr>
          <a:xfrm>
            <a:off x="9681210" y="3473450"/>
            <a:ext cx="631190" cy="350520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29" idx="0"/>
            <a:endCxn id="19" idx="2"/>
          </p:cNvCxnSpPr>
          <p:nvPr/>
        </p:nvCxnSpPr>
        <p:spPr>
          <a:xfrm flipV="1">
            <a:off x="1899285" y="4250690"/>
            <a:ext cx="0" cy="726440"/>
          </a:xfrm>
          <a:prstGeom prst="straightConnector1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V="1">
            <a:off x="3168015" y="4250690"/>
            <a:ext cx="0" cy="726440"/>
          </a:xfrm>
          <a:prstGeom prst="straightConnector1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V="1">
            <a:off x="4404360" y="4250690"/>
            <a:ext cx="0" cy="726440"/>
          </a:xfrm>
          <a:prstGeom prst="straightConnector1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 flipV="1">
            <a:off x="5673090" y="4250690"/>
            <a:ext cx="0" cy="726440"/>
          </a:xfrm>
          <a:prstGeom prst="straightConnector1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V="1">
            <a:off x="6633845" y="4250690"/>
            <a:ext cx="0" cy="726440"/>
          </a:xfrm>
          <a:prstGeom prst="straightConnector1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V="1">
            <a:off x="7915275" y="4250690"/>
            <a:ext cx="0" cy="726440"/>
          </a:xfrm>
          <a:prstGeom prst="straightConnector1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V="1">
            <a:off x="9011920" y="4250690"/>
            <a:ext cx="0" cy="726440"/>
          </a:xfrm>
          <a:prstGeom prst="straightConnector1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 flipV="1">
            <a:off x="10312400" y="4250690"/>
            <a:ext cx="0" cy="726440"/>
          </a:xfrm>
          <a:prstGeom prst="straightConnector1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1624965" y="707390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</a:p>
        </p:txBody>
      </p:sp>
      <p:sp>
        <p:nvSpPr>
          <p:cNvPr id="61" name="矩形 60"/>
          <p:cNvSpPr/>
          <p:nvPr/>
        </p:nvSpPr>
        <p:spPr>
          <a:xfrm>
            <a:off x="2395855" y="707390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62" name="矩形 61"/>
          <p:cNvSpPr/>
          <p:nvPr/>
        </p:nvSpPr>
        <p:spPr>
          <a:xfrm>
            <a:off x="3166745" y="707392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</a:p>
        </p:txBody>
      </p:sp>
      <p:cxnSp>
        <p:nvCxnSpPr>
          <p:cNvPr id="63" name="直接箭头连接符 62"/>
          <p:cNvCxnSpPr>
            <a:stCxn id="13" idx="0"/>
          </p:cNvCxnSpPr>
          <p:nvPr/>
        </p:nvCxnSpPr>
        <p:spPr>
          <a:xfrm flipV="1">
            <a:off x="3785870" y="1223645"/>
            <a:ext cx="1939290" cy="904240"/>
          </a:xfrm>
          <a:prstGeom prst="straightConnector1">
            <a:avLst/>
          </a:prstGeom>
          <a:ln w="19050">
            <a:solidFill>
              <a:srgbClr val="BEBEB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14" idx="0"/>
          </p:cNvCxnSpPr>
          <p:nvPr/>
        </p:nvCxnSpPr>
        <p:spPr>
          <a:xfrm flipH="1" flipV="1">
            <a:off x="5769610" y="1236345"/>
            <a:ext cx="2573020" cy="891540"/>
          </a:xfrm>
          <a:prstGeom prst="straightConnector1">
            <a:avLst/>
          </a:prstGeom>
          <a:ln w="19050">
            <a:solidFill>
              <a:srgbClr val="BEBEB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912495" y="4830445"/>
            <a:ext cx="10274300" cy="12700"/>
          </a:xfrm>
          <a:prstGeom prst="line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/>
              <p:cNvSpPr txBox="1"/>
              <p:nvPr/>
            </p:nvSpPr>
            <p:spPr>
              <a:xfrm>
                <a:off x="10351135" y="4472940"/>
                <a:ext cx="2196465" cy="294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𝒗𝒑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000" b="1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𝑰𝑫</m:t>
                              </m:r>
                            </m:e>
                            <m:sub>
                              <m:r>
                                <a:rPr lang="en-US" altLang="zh-CN" sz="10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𝒋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</m:t>
                          </m:r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𝒊</m:t>
                          </m:r>
                        </m:sup>
                      </m:sSubSup>
                      <m:r>
                        <a:rPr lang="en-US" altLang="zh-CN" sz="1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𝑯</m:t>
                      </m:r>
                      <m:r>
                        <a:rPr lang="en-US" altLang="zh-CN" sz="1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1000" b="1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𝒗𝒑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000" b="1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𝑰𝑫</m:t>
                              </m:r>
                            </m:e>
                            <m:sub>
                              <m:r>
                                <a:rPr lang="en-US" altLang="zh-CN" sz="10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𝒋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𝒊</m:t>
                          </m:r>
                        </m:sup>
                      </m:sSubSup>
                      <m:r>
                        <a:rPr lang="en-US" altLang="zh-CN" sz="1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||</m:t>
                      </m:r>
                      <m:r>
                        <a:rPr lang="en-US" altLang="zh-CN" sz="1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𝑬𝒏𝒄</m:t>
                      </m:r>
                      <m:r>
                        <a:rPr lang="en-US" altLang="zh-CN" sz="1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000" b="1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𝑰𝑫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sz="1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)||</m:t>
                      </m:r>
                      <m:r>
                        <a:rPr lang="en-US" altLang="zh-CN" sz="10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𝒊</m:t>
                      </m:r>
                      <m:r>
                        <a:rPr lang="en-US" altLang="zh-CN" sz="10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1000" b="1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7" name="文本框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1135" y="4472940"/>
                <a:ext cx="2196465" cy="29431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文本框 68"/>
          <p:cNvSpPr txBox="1"/>
          <p:nvPr/>
        </p:nvSpPr>
        <p:spPr>
          <a:xfrm rot="20100000">
            <a:off x="3743960" y="1407795"/>
            <a:ext cx="1319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insert</a:t>
            </a:r>
          </a:p>
        </p:txBody>
      </p:sp>
      <p:sp>
        <p:nvSpPr>
          <p:cNvPr id="70" name="文本框 69"/>
          <p:cNvSpPr txBox="1"/>
          <p:nvPr/>
        </p:nvSpPr>
        <p:spPr>
          <a:xfrm rot="1080000">
            <a:off x="6657340" y="1360805"/>
            <a:ext cx="1319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insert</a:t>
            </a:r>
          </a:p>
        </p:txBody>
      </p:sp>
      <p:sp>
        <p:nvSpPr>
          <p:cNvPr id="71" name="左大括号 70"/>
          <p:cNvSpPr/>
          <p:nvPr/>
        </p:nvSpPr>
        <p:spPr>
          <a:xfrm>
            <a:off x="1042670" y="1981200"/>
            <a:ext cx="497205" cy="2358390"/>
          </a:xfrm>
          <a:prstGeom prst="leftBrac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73025" y="2828290"/>
            <a:ext cx="9309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Merkle</a:t>
            </a:r>
          </a:p>
          <a:p>
            <a:pPr algn="ctr"/>
            <a:r>
              <a:rPr lang="en-US" altLang="zh-CN" b="1"/>
              <a:t>trees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E1828-739C-B948-1DBE-0B1CEB079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D9FC183-F8C3-A932-9BB2-A6F74F836848}"/>
              </a:ext>
            </a:extLst>
          </p:cNvPr>
          <p:cNvSpPr/>
          <p:nvPr/>
        </p:nvSpPr>
        <p:spPr>
          <a:xfrm>
            <a:off x="3952240" y="707392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82775B-1B56-0CBB-2664-E50D214C5492}"/>
              </a:ext>
            </a:extLst>
          </p:cNvPr>
          <p:cNvSpPr/>
          <p:nvPr/>
        </p:nvSpPr>
        <p:spPr>
          <a:xfrm>
            <a:off x="4723130" y="707392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8C7580-AEC4-4BA6-48DA-1931DEF14C99}"/>
              </a:ext>
            </a:extLst>
          </p:cNvPr>
          <p:cNvSpPr/>
          <p:nvPr/>
        </p:nvSpPr>
        <p:spPr>
          <a:xfrm>
            <a:off x="5494020" y="707392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2EA1BB-63DC-481E-4EB1-B9FCB8B6EED2}"/>
              </a:ext>
            </a:extLst>
          </p:cNvPr>
          <p:cNvSpPr/>
          <p:nvPr/>
        </p:nvSpPr>
        <p:spPr>
          <a:xfrm>
            <a:off x="6264910" y="707392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397212-9049-EFFC-D711-06605B6C817D}"/>
              </a:ext>
            </a:extLst>
          </p:cNvPr>
          <p:cNvSpPr/>
          <p:nvPr/>
        </p:nvSpPr>
        <p:spPr>
          <a:xfrm>
            <a:off x="7035800" y="707392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EE3649-9181-7093-EDA5-42E598FD312B}"/>
              </a:ext>
            </a:extLst>
          </p:cNvPr>
          <p:cNvSpPr/>
          <p:nvPr/>
        </p:nvSpPr>
        <p:spPr>
          <a:xfrm>
            <a:off x="7806690" y="707392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28C460E-FB03-A513-9C66-6E7DAD7B7D07}"/>
              </a:ext>
            </a:extLst>
          </p:cNvPr>
          <p:cNvSpPr/>
          <p:nvPr/>
        </p:nvSpPr>
        <p:spPr>
          <a:xfrm>
            <a:off x="8577580" y="707392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237DA3-E8A9-1031-BA74-D5F3D17DE08B}"/>
              </a:ext>
            </a:extLst>
          </p:cNvPr>
          <p:cNvSpPr/>
          <p:nvPr/>
        </p:nvSpPr>
        <p:spPr>
          <a:xfrm>
            <a:off x="9348470" y="707392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圆角矩形 12">
                <a:extLst>
                  <a:ext uri="{FF2B5EF4-FFF2-40B4-BE49-F238E27FC236}">
                    <a16:creationId xmlns:a16="http://schemas.microsoft.com/office/drawing/2014/main" id="{EA2F7795-15BF-3D97-89EC-E85AA72709BB}"/>
                  </a:ext>
                </a:extLst>
              </p:cNvPr>
              <p:cNvSpPr/>
              <p:nvPr/>
            </p:nvSpPr>
            <p:spPr>
              <a:xfrm>
                <a:off x="3358517" y="2127885"/>
                <a:ext cx="854075" cy="42672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𝑅𝑜𝑜𝑡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" name="圆角矩形 12">
                <a:extLst>
                  <a:ext uri="{FF2B5EF4-FFF2-40B4-BE49-F238E27FC236}">
                    <a16:creationId xmlns:a16="http://schemas.microsoft.com/office/drawing/2014/main" id="{EA2F7795-15BF-3D97-89EC-E85AA72709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517" y="2127885"/>
                <a:ext cx="854075" cy="4267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圆角矩形 13">
                <a:extLst>
                  <a:ext uri="{FF2B5EF4-FFF2-40B4-BE49-F238E27FC236}">
                    <a16:creationId xmlns:a16="http://schemas.microsoft.com/office/drawing/2014/main" id="{FEC14CB0-139A-37AE-141F-E1873B343E3B}"/>
                  </a:ext>
                </a:extLst>
              </p:cNvPr>
              <p:cNvSpPr/>
              <p:nvPr/>
            </p:nvSpPr>
            <p:spPr>
              <a:xfrm>
                <a:off x="7915277" y="2127885"/>
                <a:ext cx="854075" cy="42672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𝑅𝑜𝑜𝑡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圆角矩形 13">
                <a:extLst>
                  <a:ext uri="{FF2B5EF4-FFF2-40B4-BE49-F238E27FC236}">
                    <a16:creationId xmlns:a16="http://schemas.microsoft.com/office/drawing/2014/main" id="{FEC14CB0-139A-37AE-141F-E1873B343E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277" y="2127885"/>
                <a:ext cx="854075" cy="4267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44BECD-2CD2-0A64-3CF6-9B52DC27E3BF}"/>
              </a:ext>
            </a:extLst>
          </p:cNvPr>
          <p:cNvSpPr/>
          <p:nvPr/>
        </p:nvSpPr>
        <p:spPr>
          <a:xfrm>
            <a:off x="2090420" y="2988945"/>
            <a:ext cx="854075" cy="426720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0777F235-2CC0-66C6-85C5-E854EFE88A08}"/>
              </a:ext>
            </a:extLst>
          </p:cNvPr>
          <p:cNvSpPr/>
          <p:nvPr/>
        </p:nvSpPr>
        <p:spPr>
          <a:xfrm>
            <a:off x="4601847" y="2988945"/>
            <a:ext cx="854075" cy="4267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9EC9FE7F-2105-C4B7-6D0D-8D74039AB127}"/>
              </a:ext>
            </a:extLst>
          </p:cNvPr>
          <p:cNvSpPr/>
          <p:nvPr/>
        </p:nvSpPr>
        <p:spPr>
          <a:xfrm>
            <a:off x="6742432" y="3046730"/>
            <a:ext cx="854075" cy="426720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B2C6D8CD-BCCE-3065-C234-6C0D41AD3A43}"/>
              </a:ext>
            </a:extLst>
          </p:cNvPr>
          <p:cNvSpPr/>
          <p:nvPr/>
        </p:nvSpPr>
        <p:spPr>
          <a:xfrm>
            <a:off x="9253857" y="3046730"/>
            <a:ext cx="854075" cy="426720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圆角矩形 18">
                <a:extLst>
                  <a:ext uri="{FF2B5EF4-FFF2-40B4-BE49-F238E27FC236}">
                    <a16:creationId xmlns:a16="http://schemas.microsoft.com/office/drawing/2014/main" id="{ED69C5F3-DB5A-2A8C-0876-D1E7AA3AE5FE}"/>
                  </a:ext>
                </a:extLst>
              </p:cNvPr>
              <p:cNvSpPr/>
              <p:nvPr/>
            </p:nvSpPr>
            <p:spPr>
              <a:xfrm>
                <a:off x="1471930" y="3823970"/>
                <a:ext cx="854075" cy="4267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’1</m:t>
                          </m:r>
                        </m:sup>
                      </m:sSub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" name="圆角矩形 18">
                <a:extLst>
                  <a:ext uri="{FF2B5EF4-FFF2-40B4-BE49-F238E27FC236}">
                    <a16:creationId xmlns:a16="http://schemas.microsoft.com/office/drawing/2014/main" id="{ED69C5F3-DB5A-2A8C-0876-D1E7AA3AE5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930" y="3823970"/>
                <a:ext cx="854075" cy="4267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圆角矩形 19">
                <a:extLst>
                  <a:ext uri="{FF2B5EF4-FFF2-40B4-BE49-F238E27FC236}">
                    <a16:creationId xmlns:a16="http://schemas.microsoft.com/office/drawing/2014/main" id="{5642DEE2-8A85-447D-618E-2DCEACEE67F8}"/>
                  </a:ext>
                </a:extLst>
              </p:cNvPr>
              <p:cNvSpPr/>
              <p:nvPr/>
            </p:nvSpPr>
            <p:spPr>
              <a:xfrm>
                <a:off x="2740662" y="3823970"/>
                <a:ext cx="854075" cy="42672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’2</m:t>
                          </m:r>
                        </m:sup>
                      </m:sSub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0" name="圆角矩形 19">
                <a:extLst>
                  <a:ext uri="{FF2B5EF4-FFF2-40B4-BE49-F238E27FC236}">
                    <a16:creationId xmlns:a16="http://schemas.microsoft.com/office/drawing/2014/main" id="{5642DEE2-8A85-447D-618E-2DCEACEE67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662" y="3823970"/>
                <a:ext cx="854075" cy="42672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圆角矩形 22">
                <a:extLst>
                  <a:ext uri="{FF2B5EF4-FFF2-40B4-BE49-F238E27FC236}">
                    <a16:creationId xmlns:a16="http://schemas.microsoft.com/office/drawing/2014/main" id="{C20690E5-E8D8-4B10-CEB5-9C0FBA61F30A}"/>
                  </a:ext>
                </a:extLst>
              </p:cNvPr>
              <p:cNvSpPr/>
              <p:nvPr/>
            </p:nvSpPr>
            <p:spPr>
              <a:xfrm>
                <a:off x="3977007" y="3823970"/>
                <a:ext cx="854075" cy="42672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’1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3" name="圆角矩形 22">
                <a:extLst>
                  <a:ext uri="{FF2B5EF4-FFF2-40B4-BE49-F238E27FC236}">
                    <a16:creationId xmlns:a16="http://schemas.microsoft.com/office/drawing/2014/main" id="{C20690E5-E8D8-4B10-CEB5-9C0FBA61F3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007" y="3823970"/>
                <a:ext cx="854075" cy="42672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圆角矩形 23">
                <a:extLst>
                  <a:ext uri="{FF2B5EF4-FFF2-40B4-BE49-F238E27FC236}">
                    <a16:creationId xmlns:a16="http://schemas.microsoft.com/office/drawing/2014/main" id="{C9A62FAE-3344-05E2-2C20-1C890E6137D4}"/>
                  </a:ext>
                </a:extLst>
              </p:cNvPr>
              <p:cNvSpPr/>
              <p:nvPr/>
            </p:nvSpPr>
            <p:spPr>
              <a:xfrm>
                <a:off x="5245737" y="3823970"/>
                <a:ext cx="854075" cy="42672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4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’1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4" name="圆角矩形 23">
                <a:extLst>
                  <a:ext uri="{FF2B5EF4-FFF2-40B4-BE49-F238E27FC236}">
                    <a16:creationId xmlns:a16="http://schemas.microsoft.com/office/drawing/2014/main" id="{C9A62FAE-3344-05E2-2C20-1C890E6137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737" y="3823970"/>
                <a:ext cx="854075" cy="42672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圆角矩形 24">
                <a:extLst>
                  <a:ext uri="{FF2B5EF4-FFF2-40B4-BE49-F238E27FC236}">
                    <a16:creationId xmlns:a16="http://schemas.microsoft.com/office/drawing/2014/main" id="{000C3BA1-3D3B-51B6-C569-33CC33A53F15}"/>
                  </a:ext>
                </a:extLst>
              </p:cNvPr>
              <p:cNvSpPr/>
              <p:nvPr/>
            </p:nvSpPr>
            <p:spPr>
              <a:xfrm>
                <a:off x="6206492" y="3823970"/>
                <a:ext cx="854075" cy="42672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’1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5" name="圆角矩形 24">
                <a:extLst>
                  <a:ext uri="{FF2B5EF4-FFF2-40B4-BE49-F238E27FC236}">
                    <a16:creationId xmlns:a16="http://schemas.microsoft.com/office/drawing/2014/main" id="{000C3BA1-3D3B-51B6-C569-33CC33A53F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492" y="3823970"/>
                <a:ext cx="854075" cy="42672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圆角矩形 25">
                <a:extLst>
                  <a:ext uri="{FF2B5EF4-FFF2-40B4-BE49-F238E27FC236}">
                    <a16:creationId xmlns:a16="http://schemas.microsoft.com/office/drawing/2014/main" id="{687C548D-5B2E-F00A-1158-B10DE042B83F}"/>
                  </a:ext>
                </a:extLst>
              </p:cNvPr>
              <p:cNvSpPr/>
              <p:nvPr/>
            </p:nvSpPr>
            <p:spPr>
              <a:xfrm>
                <a:off x="7475222" y="3823970"/>
                <a:ext cx="854075" cy="42672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’2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6" name="圆角矩形 25">
                <a:extLst>
                  <a:ext uri="{FF2B5EF4-FFF2-40B4-BE49-F238E27FC236}">
                    <a16:creationId xmlns:a16="http://schemas.microsoft.com/office/drawing/2014/main" id="{687C548D-5B2E-F00A-1158-B10DE042B8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5222" y="3823970"/>
                <a:ext cx="854075" cy="42672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圆角矩形 26">
                <a:extLst>
                  <a:ext uri="{FF2B5EF4-FFF2-40B4-BE49-F238E27FC236}">
                    <a16:creationId xmlns:a16="http://schemas.microsoft.com/office/drawing/2014/main" id="{761B674B-643C-3191-423A-B6C1DF2388AF}"/>
                  </a:ext>
                </a:extLst>
              </p:cNvPr>
              <p:cNvSpPr/>
              <p:nvPr/>
            </p:nvSpPr>
            <p:spPr>
              <a:xfrm>
                <a:off x="8616317" y="3823970"/>
                <a:ext cx="854075" cy="42672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’2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7" name="圆角矩形 26">
                <a:extLst>
                  <a:ext uri="{FF2B5EF4-FFF2-40B4-BE49-F238E27FC236}">
                    <a16:creationId xmlns:a16="http://schemas.microsoft.com/office/drawing/2014/main" id="{761B674B-643C-3191-423A-B6C1DF2388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317" y="3823970"/>
                <a:ext cx="854075" cy="426720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圆角矩形 27">
                <a:extLst>
                  <a:ext uri="{FF2B5EF4-FFF2-40B4-BE49-F238E27FC236}">
                    <a16:creationId xmlns:a16="http://schemas.microsoft.com/office/drawing/2014/main" id="{DB8BC604-7410-D958-A341-FF69C9E6236F}"/>
                  </a:ext>
                </a:extLst>
              </p:cNvPr>
              <p:cNvSpPr/>
              <p:nvPr/>
            </p:nvSpPr>
            <p:spPr>
              <a:xfrm>
                <a:off x="9885045" y="3823970"/>
                <a:ext cx="854075" cy="42672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4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’2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8" name="圆角矩形 27">
                <a:extLst>
                  <a:ext uri="{FF2B5EF4-FFF2-40B4-BE49-F238E27FC236}">
                    <a16:creationId xmlns:a16="http://schemas.microsoft.com/office/drawing/2014/main" id="{DB8BC604-7410-D958-A341-FF69C9E623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045" y="3823970"/>
                <a:ext cx="854075" cy="426720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圆角矩形 28">
                <a:extLst>
                  <a:ext uri="{FF2B5EF4-FFF2-40B4-BE49-F238E27FC236}">
                    <a16:creationId xmlns:a16="http://schemas.microsoft.com/office/drawing/2014/main" id="{E9CA7122-0FF0-0538-21C8-873BBDF875DA}"/>
                  </a:ext>
                </a:extLst>
              </p:cNvPr>
              <p:cNvSpPr/>
              <p:nvPr/>
            </p:nvSpPr>
            <p:spPr>
              <a:xfrm>
                <a:off x="1471930" y="4977130"/>
                <a:ext cx="854075" cy="42672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9" name="圆角矩形 28">
                <a:extLst>
                  <a:ext uri="{FF2B5EF4-FFF2-40B4-BE49-F238E27FC236}">
                    <a16:creationId xmlns:a16="http://schemas.microsoft.com/office/drawing/2014/main" id="{E9CA7122-0FF0-0538-21C8-873BBDF875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930" y="4977130"/>
                <a:ext cx="854075" cy="426720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圆角矩形 29">
                <a:extLst>
                  <a:ext uri="{FF2B5EF4-FFF2-40B4-BE49-F238E27FC236}">
                    <a16:creationId xmlns:a16="http://schemas.microsoft.com/office/drawing/2014/main" id="{FCF861BA-9F52-BBB4-4BA1-DEFB27270DA8}"/>
                  </a:ext>
                </a:extLst>
              </p:cNvPr>
              <p:cNvSpPr/>
              <p:nvPr/>
            </p:nvSpPr>
            <p:spPr>
              <a:xfrm>
                <a:off x="2740662" y="4977130"/>
                <a:ext cx="854075" cy="42672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0" name="圆角矩形 29">
                <a:extLst>
                  <a:ext uri="{FF2B5EF4-FFF2-40B4-BE49-F238E27FC236}">
                    <a16:creationId xmlns:a16="http://schemas.microsoft.com/office/drawing/2014/main" id="{FCF861BA-9F52-BBB4-4BA1-DEFB27270D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662" y="4977130"/>
                <a:ext cx="854075" cy="426720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圆角矩形 30">
                <a:extLst>
                  <a:ext uri="{FF2B5EF4-FFF2-40B4-BE49-F238E27FC236}">
                    <a16:creationId xmlns:a16="http://schemas.microsoft.com/office/drawing/2014/main" id="{6ED12945-6D52-52CB-D141-E6560F307260}"/>
                  </a:ext>
                </a:extLst>
              </p:cNvPr>
              <p:cNvSpPr/>
              <p:nvPr/>
            </p:nvSpPr>
            <p:spPr>
              <a:xfrm>
                <a:off x="3977007" y="4977130"/>
                <a:ext cx="854075" cy="42672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1" name="圆角矩形 30">
                <a:extLst>
                  <a:ext uri="{FF2B5EF4-FFF2-40B4-BE49-F238E27FC236}">
                    <a16:creationId xmlns:a16="http://schemas.microsoft.com/office/drawing/2014/main" id="{6ED12945-6D52-52CB-D141-E6560F3072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007" y="4977130"/>
                <a:ext cx="854075" cy="426720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圆角矩形 31">
                <a:extLst>
                  <a:ext uri="{FF2B5EF4-FFF2-40B4-BE49-F238E27FC236}">
                    <a16:creationId xmlns:a16="http://schemas.microsoft.com/office/drawing/2014/main" id="{449460C6-300C-555C-CA1C-F251843B5DB7}"/>
                  </a:ext>
                </a:extLst>
              </p:cNvPr>
              <p:cNvSpPr/>
              <p:nvPr/>
            </p:nvSpPr>
            <p:spPr>
              <a:xfrm>
                <a:off x="5245737" y="4977130"/>
                <a:ext cx="854075" cy="42672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4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2" name="圆角矩形 31">
                <a:extLst>
                  <a:ext uri="{FF2B5EF4-FFF2-40B4-BE49-F238E27FC236}">
                    <a16:creationId xmlns:a16="http://schemas.microsoft.com/office/drawing/2014/main" id="{449460C6-300C-555C-CA1C-F251843B5D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737" y="4977130"/>
                <a:ext cx="854075" cy="426720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圆角矩形 32">
                <a:extLst>
                  <a:ext uri="{FF2B5EF4-FFF2-40B4-BE49-F238E27FC236}">
                    <a16:creationId xmlns:a16="http://schemas.microsoft.com/office/drawing/2014/main" id="{15BEE2F2-A599-133E-6DA0-1399FDB68A6B}"/>
                  </a:ext>
                </a:extLst>
              </p:cNvPr>
              <p:cNvSpPr/>
              <p:nvPr/>
            </p:nvSpPr>
            <p:spPr>
              <a:xfrm>
                <a:off x="6206492" y="4977130"/>
                <a:ext cx="854075" cy="42672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3" name="圆角矩形 32">
                <a:extLst>
                  <a:ext uri="{FF2B5EF4-FFF2-40B4-BE49-F238E27FC236}">
                    <a16:creationId xmlns:a16="http://schemas.microsoft.com/office/drawing/2014/main" id="{15BEE2F2-A599-133E-6DA0-1399FDB68A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492" y="4977130"/>
                <a:ext cx="854075" cy="426720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圆角矩形 33">
                <a:extLst>
                  <a:ext uri="{FF2B5EF4-FFF2-40B4-BE49-F238E27FC236}">
                    <a16:creationId xmlns:a16="http://schemas.microsoft.com/office/drawing/2014/main" id="{E8FE8E11-1C4B-E0E7-09A3-0E03009B2BCB}"/>
                  </a:ext>
                </a:extLst>
              </p:cNvPr>
              <p:cNvSpPr/>
              <p:nvPr/>
            </p:nvSpPr>
            <p:spPr>
              <a:xfrm>
                <a:off x="7475222" y="4977130"/>
                <a:ext cx="854075" cy="42672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4" name="圆角矩形 33">
                <a:extLst>
                  <a:ext uri="{FF2B5EF4-FFF2-40B4-BE49-F238E27FC236}">
                    <a16:creationId xmlns:a16="http://schemas.microsoft.com/office/drawing/2014/main" id="{E8FE8E11-1C4B-E0E7-09A3-0E03009B2B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5222" y="4977130"/>
                <a:ext cx="854075" cy="426720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圆角矩形 34">
                <a:extLst>
                  <a:ext uri="{FF2B5EF4-FFF2-40B4-BE49-F238E27FC236}">
                    <a16:creationId xmlns:a16="http://schemas.microsoft.com/office/drawing/2014/main" id="{240138A2-54DE-4283-F759-89FAF75DB6B3}"/>
                  </a:ext>
                </a:extLst>
              </p:cNvPr>
              <p:cNvSpPr/>
              <p:nvPr/>
            </p:nvSpPr>
            <p:spPr>
              <a:xfrm>
                <a:off x="8616317" y="4977130"/>
                <a:ext cx="854075" cy="42672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5" name="圆角矩形 34">
                <a:extLst>
                  <a:ext uri="{FF2B5EF4-FFF2-40B4-BE49-F238E27FC236}">
                    <a16:creationId xmlns:a16="http://schemas.microsoft.com/office/drawing/2014/main" id="{240138A2-54DE-4283-F759-89FAF75DB6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317" y="4977130"/>
                <a:ext cx="854075" cy="426720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圆角矩形 35">
                <a:extLst>
                  <a:ext uri="{FF2B5EF4-FFF2-40B4-BE49-F238E27FC236}">
                    <a16:creationId xmlns:a16="http://schemas.microsoft.com/office/drawing/2014/main" id="{F0A3677F-236A-1BA1-55D4-8952FADA1B9B}"/>
                  </a:ext>
                </a:extLst>
              </p:cNvPr>
              <p:cNvSpPr/>
              <p:nvPr/>
            </p:nvSpPr>
            <p:spPr>
              <a:xfrm>
                <a:off x="9885045" y="4977130"/>
                <a:ext cx="854075" cy="42672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4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6" name="圆角矩形 35">
                <a:extLst>
                  <a:ext uri="{FF2B5EF4-FFF2-40B4-BE49-F238E27FC236}">
                    <a16:creationId xmlns:a16="http://schemas.microsoft.com/office/drawing/2014/main" id="{F0A3677F-236A-1BA1-55D4-8952FADA1B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045" y="4977130"/>
                <a:ext cx="854075" cy="426720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E49C5473-1355-8245-2AE2-4437BA2F02D9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 flipH="1">
            <a:off x="2517775" y="2554605"/>
            <a:ext cx="1268095" cy="434340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9AFCF0FD-6834-623A-940B-8B6FD73A421D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>
            <a:off x="3785870" y="2554605"/>
            <a:ext cx="1243330" cy="434340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48C2DBFC-B2BE-5E2B-DC29-DCEEF9E7BB54}"/>
              </a:ext>
            </a:extLst>
          </p:cNvPr>
          <p:cNvCxnSpPr>
            <a:stCxn id="15" idx="2"/>
            <a:endCxn id="19" idx="0"/>
          </p:cNvCxnSpPr>
          <p:nvPr/>
        </p:nvCxnSpPr>
        <p:spPr>
          <a:xfrm flipH="1">
            <a:off x="1899285" y="3415665"/>
            <a:ext cx="618490" cy="408305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2AE8E37-66A5-8F9E-9802-1766A76A2505}"/>
              </a:ext>
            </a:extLst>
          </p:cNvPr>
          <p:cNvCxnSpPr>
            <a:stCxn id="15" idx="2"/>
            <a:endCxn id="20" idx="0"/>
          </p:cNvCxnSpPr>
          <p:nvPr/>
        </p:nvCxnSpPr>
        <p:spPr>
          <a:xfrm>
            <a:off x="2517775" y="3415665"/>
            <a:ext cx="650240" cy="408305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1E29437E-1163-D084-EA82-AF10E7C626A4}"/>
              </a:ext>
            </a:extLst>
          </p:cNvPr>
          <p:cNvCxnSpPr>
            <a:stCxn id="16" idx="2"/>
            <a:endCxn id="23" idx="0"/>
          </p:cNvCxnSpPr>
          <p:nvPr/>
        </p:nvCxnSpPr>
        <p:spPr>
          <a:xfrm flipH="1">
            <a:off x="4404360" y="3415667"/>
            <a:ext cx="624840" cy="408305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916B91D5-C577-BE64-2425-AC93FFAA9EC8}"/>
              </a:ext>
            </a:extLst>
          </p:cNvPr>
          <p:cNvCxnSpPr>
            <a:stCxn id="16" idx="2"/>
            <a:endCxn id="24" idx="0"/>
          </p:cNvCxnSpPr>
          <p:nvPr/>
        </p:nvCxnSpPr>
        <p:spPr>
          <a:xfrm>
            <a:off x="5029200" y="3415667"/>
            <a:ext cx="643890" cy="408305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CF57BCA2-32DD-5949-A49B-420E8C3E3AB0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 flipH="1">
            <a:off x="7169787" y="2554607"/>
            <a:ext cx="1172845" cy="492125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1BD6B6D-9FC6-CE1C-DD44-F77613E8BBD3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>
            <a:off x="8342630" y="2554607"/>
            <a:ext cx="1338580" cy="492125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BFFF2BBE-BE76-18DD-5796-9EACE75BD249}"/>
              </a:ext>
            </a:extLst>
          </p:cNvPr>
          <p:cNvCxnSpPr>
            <a:stCxn id="17" idx="2"/>
            <a:endCxn id="25" idx="0"/>
          </p:cNvCxnSpPr>
          <p:nvPr/>
        </p:nvCxnSpPr>
        <p:spPr>
          <a:xfrm flipH="1">
            <a:off x="6633845" y="3473450"/>
            <a:ext cx="535940" cy="350520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CB9393C3-CC3A-0DD7-B1BE-53C1526764C1}"/>
              </a:ext>
            </a:extLst>
          </p:cNvPr>
          <p:cNvCxnSpPr>
            <a:stCxn id="17" idx="2"/>
            <a:endCxn id="26" idx="0"/>
          </p:cNvCxnSpPr>
          <p:nvPr/>
        </p:nvCxnSpPr>
        <p:spPr>
          <a:xfrm>
            <a:off x="7169785" y="3473450"/>
            <a:ext cx="732790" cy="350520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4B47F7C7-4A26-0D33-F26B-11A7F83D0EBC}"/>
              </a:ext>
            </a:extLst>
          </p:cNvPr>
          <p:cNvCxnSpPr>
            <a:stCxn id="18" idx="2"/>
            <a:endCxn id="27" idx="0"/>
          </p:cNvCxnSpPr>
          <p:nvPr/>
        </p:nvCxnSpPr>
        <p:spPr>
          <a:xfrm flipH="1">
            <a:off x="9043670" y="3473450"/>
            <a:ext cx="637540" cy="350520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2DA1BBEE-3B7C-E874-D7E2-705A5E6F6658}"/>
              </a:ext>
            </a:extLst>
          </p:cNvPr>
          <p:cNvCxnSpPr>
            <a:stCxn id="18" idx="2"/>
            <a:endCxn id="28" idx="0"/>
          </p:cNvCxnSpPr>
          <p:nvPr/>
        </p:nvCxnSpPr>
        <p:spPr>
          <a:xfrm>
            <a:off x="9681210" y="3473450"/>
            <a:ext cx="631190" cy="350520"/>
          </a:xfrm>
          <a:prstGeom prst="straightConnector1">
            <a:avLst/>
          </a:prstGeom>
          <a:ln w="19050">
            <a:solidFill>
              <a:srgbClr val="BEBEBE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75149AC4-19EB-13D5-E99D-67F5DE3A4681}"/>
              </a:ext>
            </a:extLst>
          </p:cNvPr>
          <p:cNvCxnSpPr>
            <a:stCxn id="29" idx="0"/>
            <a:endCxn id="19" idx="2"/>
          </p:cNvCxnSpPr>
          <p:nvPr/>
        </p:nvCxnSpPr>
        <p:spPr>
          <a:xfrm flipV="1">
            <a:off x="1899285" y="4250690"/>
            <a:ext cx="0" cy="726440"/>
          </a:xfrm>
          <a:prstGeom prst="straightConnector1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42E1971-6CA1-452D-371A-2AB09D75BE75}"/>
              </a:ext>
            </a:extLst>
          </p:cNvPr>
          <p:cNvCxnSpPr/>
          <p:nvPr/>
        </p:nvCxnSpPr>
        <p:spPr>
          <a:xfrm flipV="1">
            <a:off x="3168015" y="4250690"/>
            <a:ext cx="0" cy="726440"/>
          </a:xfrm>
          <a:prstGeom prst="straightConnector1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72153FAF-B5C3-67F2-93CF-967824D9C17E}"/>
              </a:ext>
            </a:extLst>
          </p:cNvPr>
          <p:cNvCxnSpPr/>
          <p:nvPr/>
        </p:nvCxnSpPr>
        <p:spPr>
          <a:xfrm flipV="1">
            <a:off x="4404360" y="4250690"/>
            <a:ext cx="0" cy="726440"/>
          </a:xfrm>
          <a:prstGeom prst="straightConnector1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1F713877-93BD-BE74-2E16-8606887AB55F}"/>
              </a:ext>
            </a:extLst>
          </p:cNvPr>
          <p:cNvCxnSpPr/>
          <p:nvPr/>
        </p:nvCxnSpPr>
        <p:spPr>
          <a:xfrm flipV="1">
            <a:off x="5673090" y="4250690"/>
            <a:ext cx="0" cy="726440"/>
          </a:xfrm>
          <a:prstGeom prst="straightConnector1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739B47E-0D22-69E1-070E-35B4F2731221}"/>
              </a:ext>
            </a:extLst>
          </p:cNvPr>
          <p:cNvCxnSpPr/>
          <p:nvPr/>
        </p:nvCxnSpPr>
        <p:spPr>
          <a:xfrm flipV="1">
            <a:off x="6633845" y="4250690"/>
            <a:ext cx="0" cy="726440"/>
          </a:xfrm>
          <a:prstGeom prst="straightConnector1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ACAF7DB-0C60-0DD7-0F11-2630DFFF8B1F}"/>
              </a:ext>
            </a:extLst>
          </p:cNvPr>
          <p:cNvCxnSpPr/>
          <p:nvPr/>
        </p:nvCxnSpPr>
        <p:spPr>
          <a:xfrm flipV="1">
            <a:off x="7915275" y="4250690"/>
            <a:ext cx="0" cy="726440"/>
          </a:xfrm>
          <a:prstGeom prst="straightConnector1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1AAE4CE-8071-E43B-C404-DA7215F076FD}"/>
              </a:ext>
            </a:extLst>
          </p:cNvPr>
          <p:cNvCxnSpPr/>
          <p:nvPr/>
        </p:nvCxnSpPr>
        <p:spPr>
          <a:xfrm flipV="1">
            <a:off x="9011920" y="4250690"/>
            <a:ext cx="0" cy="726440"/>
          </a:xfrm>
          <a:prstGeom prst="straightConnector1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2CF3BC40-7D73-A6B4-FC4B-F2083364728B}"/>
              </a:ext>
            </a:extLst>
          </p:cNvPr>
          <p:cNvCxnSpPr/>
          <p:nvPr/>
        </p:nvCxnSpPr>
        <p:spPr>
          <a:xfrm flipV="1">
            <a:off x="10312400" y="4250690"/>
            <a:ext cx="0" cy="726440"/>
          </a:xfrm>
          <a:prstGeom prst="straightConnector1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D14D1090-68FC-9CC6-2F95-6E41D3FF20B6}"/>
              </a:ext>
            </a:extLst>
          </p:cNvPr>
          <p:cNvSpPr/>
          <p:nvPr/>
        </p:nvSpPr>
        <p:spPr>
          <a:xfrm>
            <a:off x="1624965" y="707390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267D26D-22E3-888C-618B-7C361D800D79}"/>
              </a:ext>
            </a:extLst>
          </p:cNvPr>
          <p:cNvSpPr/>
          <p:nvPr/>
        </p:nvSpPr>
        <p:spPr>
          <a:xfrm>
            <a:off x="2395855" y="707390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B92F982-E754-F47D-E9D9-A19BBFDC5409}"/>
              </a:ext>
            </a:extLst>
          </p:cNvPr>
          <p:cNvSpPr/>
          <p:nvPr/>
        </p:nvSpPr>
        <p:spPr>
          <a:xfrm>
            <a:off x="3166745" y="707392"/>
            <a:ext cx="643890" cy="421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37F0932D-F285-4949-1C13-EAE53C565C5F}"/>
              </a:ext>
            </a:extLst>
          </p:cNvPr>
          <p:cNvCxnSpPr>
            <a:stCxn id="13" idx="0"/>
          </p:cNvCxnSpPr>
          <p:nvPr/>
        </p:nvCxnSpPr>
        <p:spPr>
          <a:xfrm flipV="1">
            <a:off x="3785870" y="1223645"/>
            <a:ext cx="1939290" cy="904240"/>
          </a:xfrm>
          <a:prstGeom prst="straightConnector1">
            <a:avLst/>
          </a:prstGeom>
          <a:ln w="19050">
            <a:solidFill>
              <a:srgbClr val="BEBEB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D4EEBE19-718E-7441-C6C9-266ADF0B4B6A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5769610" y="1236345"/>
            <a:ext cx="2573020" cy="891540"/>
          </a:xfrm>
          <a:prstGeom prst="straightConnector1">
            <a:avLst/>
          </a:prstGeom>
          <a:ln w="19050">
            <a:solidFill>
              <a:srgbClr val="BEBEB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DFD72F09-7E19-9318-7150-1FA118D68515}"/>
              </a:ext>
            </a:extLst>
          </p:cNvPr>
          <p:cNvCxnSpPr/>
          <p:nvPr/>
        </p:nvCxnSpPr>
        <p:spPr>
          <a:xfrm>
            <a:off x="912495" y="4830445"/>
            <a:ext cx="10274300" cy="12700"/>
          </a:xfrm>
          <a:prstGeom prst="line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A637BD72-05C8-354A-266C-074A7B648B59}"/>
              </a:ext>
            </a:extLst>
          </p:cNvPr>
          <p:cNvSpPr txBox="1"/>
          <p:nvPr/>
        </p:nvSpPr>
        <p:spPr>
          <a:xfrm rot="20100000">
            <a:off x="3743960" y="1407795"/>
            <a:ext cx="1319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insert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D9CE2537-4627-85C0-F0AE-F9F3C5A3964A}"/>
              </a:ext>
            </a:extLst>
          </p:cNvPr>
          <p:cNvSpPr txBox="1"/>
          <p:nvPr/>
        </p:nvSpPr>
        <p:spPr>
          <a:xfrm rot="1080000">
            <a:off x="6657340" y="1360805"/>
            <a:ext cx="1319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insert</a:t>
            </a:r>
          </a:p>
        </p:txBody>
      </p:sp>
      <p:sp>
        <p:nvSpPr>
          <p:cNvPr id="71" name="左大括号 70">
            <a:extLst>
              <a:ext uri="{FF2B5EF4-FFF2-40B4-BE49-F238E27FC236}">
                <a16:creationId xmlns:a16="http://schemas.microsoft.com/office/drawing/2014/main" id="{8DFA1C59-4E0E-033B-8FF1-3AC67E4BBC77}"/>
              </a:ext>
            </a:extLst>
          </p:cNvPr>
          <p:cNvSpPr/>
          <p:nvPr/>
        </p:nvSpPr>
        <p:spPr>
          <a:xfrm>
            <a:off x="1042670" y="1981200"/>
            <a:ext cx="497205" cy="2358390"/>
          </a:xfrm>
          <a:prstGeom prst="leftBrac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E49AD12-56E3-95C0-7C01-2137AE6469D7}"/>
              </a:ext>
            </a:extLst>
          </p:cNvPr>
          <p:cNvSpPr txBox="1"/>
          <p:nvPr/>
        </p:nvSpPr>
        <p:spPr>
          <a:xfrm>
            <a:off x="73025" y="2828290"/>
            <a:ext cx="9309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Merkle</a:t>
            </a:r>
          </a:p>
          <a:p>
            <a:pPr algn="ctr"/>
            <a:r>
              <a:rPr lang="en-US" altLang="zh-CN" b="1"/>
              <a:t>trees</a:t>
            </a:r>
          </a:p>
        </p:txBody>
      </p:sp>
    </p:spTree>
    <p:extLst>
      <p:ext uri="{BB962C8B-B14F-4D97-AF65-F5344CB8AC3E}">
        <p14:creationId xmlns:p14="http://schemas.microsoft.com/office/powerpoint/2010/main" val="3224774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组合 78">
            <a:extLst>
              <a:ext uri="{FF2B5EF4-FFF2-40B4-BE49-F238E27FC236}">
                <a16:creationId xmlns:a16="http://schemas.microsoft.com/office/drawing/2014/main" id="{05ABBAC7-0E8D-4A05-3D90-17633F919C24}"/>
              </a:ext>
            </a:extLst>
          </p:cNvPr>
          <p:cNvGrpSpPr/>
          <p:nvPr/>
        </p:nvGrpSpPr>
        <p:grpSpPr>
          <a:xfrm>
            <a:off x="1310432" y="1782336"/>
            <a:ext cx="8465402" cy="2835168"/>
            <a:chOff x="1310432" y="1782336"/>
            <a:chExt cx="8465402" cy="2835168"/>
          </a:xfrm>
        </p:grpSpPr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935B35B8-D209-1BED-A3B3-E5E9C198606E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27914" y="2435587"/>
              <a:ext cx="1069333" cy="1069333"/>
            </a:xfrm>
            <a:prstGeom prst="rect">
              <a:avLst/>
            </a:prstGeom>
          </p:spPr>
        </p:pic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BD77AA0-C087-CF0D-94BE-C7C244A27A7E}"/>
                </a:ext>
              </a:extLst>
            </p:cNvPr>
            <p:cNvGrpSpPr/>
            <p:nvPr/>
          </p:nvGrpSpPr>
          <p:grpSpPr>
            <a:xfrm>
              <a:off x="4259967" y="2478838"/>
              <a:ext cx="1004459" cy="1047708"/>
              <a:chOff x="8244716" y="2823519"/>
              <a:chExt cx="1004459" cy="1047708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29F0583F-74CA-D405-4475-9A03EC378A76}"/>
                  </a:ext>
                </a:extLst>
              </p:cNvPr>
              <p:cNvSpPr/>
              <p:nvPr/>
            </p:nvSpPr>
            <p:spPr>
              <a:xfrm>
                <a:off x="8244716" y="2823519"/>
                <a:ext cx="1004459" cy="1047708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6" name="图形 15">
                <a:extLst>
                  <a:ext uri="{FF2B5EF4-FFF2-40B4-BE49-F238E27FC236}">
                    <a16:creationId xmlns:a16="http://schemas.microsoft.com/office/drawing/2014/main" id="{1CB0B11C-2FEA-0FEB-88AA-B0A0FC484DE0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244716" y="2845143"/>
                <a:ext cx="1004459" cy="1004459"/>
              </a:xfrm>
              <a:prstGeom prst="rect">
                <a:avLst/>
              </a:prstGeom>
            </p:spPr>
          </p:pic>
        </p:grpSp>
        <p:pic>
          <p:nvPicPr>
            <p:cNvPr id="20" name="图形 19">
              <a:extLst>
                <a:ext uri="{FF2B5EF4-FFF2-40B4-BE49-F238E27FC236}">
                  <a16:creationId xmlns:a16="http://schemas.microsoft.com/office/drawing/2014/main" id="{D3D1D1E3-0EF9-74CE-276B-2F79E4450793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257178" y="2478838"/>
              <a:ext cx="1047709" cy="1047709"/>
            </a:xfrm>
            <a:prstGeom prst="rect">
              <a:avLst/>
            </a:prstGeom>
          </p:spPr>
        </p:pic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D0E379BD-99D9-571B-FA04-408631971B70}"/>
                </a:ext>
              </a:extLst>
            </p:cNvPr>
            <p:cNvCxnSpPr>
              <a:cxnSpLocks/>
            </p:cNvCxnSpPr>
            <p:nvPr/>
          </p:nvCxnSpPr>
          <p:spPr>
            <a:xfrm>
              <a:off x="2944571" y="2910074"/>
              <a:ext cx="111210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连接符: 肘形 52">
              <a:extLst>
                <a:ext uri="{FF2B5EF4-FFF2-40B4-BE49-F238E27FC236}">
                  <a16:creationId xmlns:a16="http://schemas.microsoft.com/office/drawing/2014/main" id="{F0628C4B-CFB7-E97C-FFD4-E64E9C6B17E1}"/>
                </a:ext>
              </a:extLst>
            </p:cNvPr>
            <p:cNvCxnSpPr>
              <a:cxnSpLocks/>
              <a:stCxn id="17" idx="2"/>
              <a:endCxn id="12" idx="2"/>
            </p:cNvCxnSpPr>
            <p:nvPr/>
          </p:nvCxnSpPr>
          <p:spPr>
            <a:xfrm rot="16200000" flipH="1">
              <a:off x="6570655" y="1718087"/>
              <a:ext cx="383467" cy="4000383"/>
            </a:xfrm>
            <a:prstGeom prst="bentConnector3">
              <a:avLst>
                <a:gd name="adj1" fmla="val 159614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D134F9BD-A7DE-06CE-6C61-A74C481FA0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31" y="2706131"/>
              <a:ext cx="73522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22CF029-7C2D-DE6A-BB04-029CEA71F283}"/>
                </a:ext>
              </a:extLst>
            </p:cNvPr>
            <p:cNvSpPr txBox="1"/>
            <p:nvPr/>
          </p:nvSpPr>
          <p:spPr>
            <a:xfrm>
              <a:off x="7749326" y="3540681"/>
              <a:ext cx="2026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Relying Party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282B456F-0C72-E2B8-AC6E-DA0EAA53E57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92493" y="2429237"/>
              <a:ext cx="1069333" cy="1069333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A42C305-54AF-F181-B5DA-AFF50D16764B}"/>
                </a:ext>
              </a:extLst>
            </p:cNvPr>
            <p:cNvSpPr txBox="1"/>
            <p:nvPr/>
          </p:nvSpPr>
          <p:spPr>
            <a:xfrm>
              <a:off x="1310432" y="3526544"/>
              <a:ext cx="2026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Attester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83AB020-DCF9-4C37-7820-542EACF4EBBB}"/>
                </a:ext>
              </a:extLst>
            </p:cNvPr>
            <p:cNvSpPr txBox="1"/>
            <p:nvPr/>
          </p:nvSpPr>
          <p:spPr>
            <a:xfrm>
              <a:off x="3734294" y="2135566"/>
              <a:ext cx="2026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TEE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DF6250F-630C-B146-0F4C-9AE0E8E29961}"/>
                </a:ext>
              </a:extLst>
            </p:cNvPr>
            <p:cNvSpPr txBox="1"/>
            <p:nvPr/>
          </p:nvSpPr>
          <p:spPr>
            <a:xfrm>
              <a:off x="5832137" y="3539106"/>
              <a:ext cx="2026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 Service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70A087D0-801B-BA4B-1B50-2E929082313D}"/>
                </a:ext>
              </a:extLst>
            </p:cNvPr>
            <p:cNvCxnSpPr/>
            <p:nvPr/>
          </p:nvCxnSpPr>
          <p:spPr>
            <a:xfrm>
              <a:off x="7491031" y="3083011"/>
              <a:ext cx="73522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FEFD228-6409-CBFD-1A0B-133839AD6E70}"/>
                </a:ext>
              </a:extLst>
            </p:cNvPr>
            <p:cNvSpPr txBox="1"/>
            <p:nvPr/>
          </p:nvSpPr>
          <p:spPr>
            <a:xfrm>
              <a:off x="3593353" y="1782336"/>
              <a:ext cx="266382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ctr">
                <a:buFont typeface="+mj-ea"/>
                <a:buAutoNum type="circleNumDbPlain"/>
              </a:pPr>
              <a:r>
                <a:rPr lang="en-US" altLang="zh-CN" dirty="0">
                  <a:latin typeface="Times New Roman" panose="02020603050405020304" charset="0"/>
                  <a:cs typeface="Times New Roman" panose="02020603050405020304" charset="0"/>
                </a:rPr>
                <a:t>Nonce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855BC88F-F4DF-CD61-A51A-E425F37A9CBF}"/>
                </a:ext>
              </a:extLst>
            </p:cNvPr>
            <p:cNvSpPr txBox="1"/>
            <p:nvPr/>
          </p:nvSpPr>
          <p:spPr>
            <a:xfrm>
              <a:off x="2802274" y="2524681"/>
              <a:ext cx="130760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charset="0"/>
                  <a:cs typeface="Times New Roman" panose="02020603050405020304" charset="0"/>
                </a:rPr>
                <a:t>Nonce</a:t>
              </a:r>
            </a:p>
          </p:txBody>
        </p:sp>
        <p:cxnSp>
          <p:nvCxnSpPr>
            <p:cNvPr id="47" name="连接符: 肘形 46">
              <a:extLst>
                <a:ext uri="{FF2B5EF4-FFF2-40B4-BE49-F238E27FC236}">
                  <a16:creationId xmlns:a16="http://schemas.microsoft.com/office/drawing/2014/main" id="{94479065-B9B9-8B7D-BAA1-985EADF46A4E}"/>
                </a:ext>
              </a:extLst>
            </p:cNvPr>
            <p:cNvCxnSpPr>
              <a:cxnSpLocks/>
              <a:stCxn id="9" idx="0"/>
              <a:endCxn id="38" idx="0"/>
            </p:cNvCxnSpPr>
            <p:nvPr/>
          </p:nvCxnSpPr>
          <p:spPr>
            <a:xfrm rot="16200000" flipV="1">
              <a:off x="5541696" y="-785299"/>
              <a:ext cx="6350" cy="6435421"/>
            </a:xfrm>
            <a:prstGeom prst="bentConnector3">
              <a:avLst>
                <a:gd name="adj1" fmla="val 370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9D85B338-D2E0-202B-8F9D-AB443C595A9B}"/>
                </a:ext>
              </a:extLst>
            </p:cNvPr>
            <p:cNvSpPr txBox="1"/>
            <p:nvPr/>
          </p:nvSpPr>
          <p:spPr>
            <a:xfrm>
              <a:off x="5334151" y="4249204"/>
              <a:ext cx="266382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ctr">
                <a:buFont typeface="+mj-ea"/>
                <a:buAutoNum type="circleNumDbPlain" startAt="2"/>
              </a:pPr>
              <a:r>
                <a:rPr lang="en-US" altLang="zh-CN" dirty="0">
                  <a:latin typeface="Times New Roman" panose="02020603050405020304" charset="0"/>
                  <a:cs typeface="Times New Roman" panose="02020603050405020304" charset="0"/>
                </a:rPr>
                <a:t>Report</a:t>
              </a: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2BFBD7B-A03C-AD43-F861-8DA709928B99}"/>
                </a:ext>
              </a:extLst>
            </p:cNvPr>
            <p:cNvSpPr txBox="1"/>
            <p:nvPr/>
          </p:nvSpPr>
          <p:spPr>
            <a:xfrm>
              <a:off x="6500964" y="2270971"/>
              <a:ext cx="266382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ctr">
                <a:buFont typeface="+mj-ea"/>
                <a:buAutoNum type="circleNumDbPlain" startAt="3"/>
              </a:pPr>
              <a:r>
                <a:rPr lang="en-US" altLang="zh-CN" dirty="0">
                  <a:latin typeface="Times New Roman" panose="02020603050405020304" charset="0"/>
                  <a:cs typeface="Times New Roman" panose="02020603050405020304" charset="0"/>
                </a:rPr>
                <a:t>Report</a:t>
              </a: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BE6EC84B-4E20-426E-F5B1-E271C4762BA5}"/>
                </a:ext>
              </a:extLst>
            </p:cNvPr>
            <p:cNvSpPr txBox="1"/>
            <p:nvPr/>
          </p:nvSpPr>
          <p:spPr>
            <a:xfrm>
              <a:off x="6469350" y="2720269"/>
              <a:ext cx="266382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ctr">
                <a:buFont typeface="+mj-ea"/>
                <a:buAutoNum type="circleNumDbPlain" startAt="4"/>
              </a:pPr>
              <a:r>
                <a:rPr lang="en-US" altLang="zh-CN" dirty="0">
                  <a:latin typeface="Times New Roman" panose="02020603050405020304" charset="0"/>
                  <a:cs typeface="Times New Roman" panose="02020603050405020304" charset="0"/>
                </a:rPr>
                <a:t>Token</a:t>
              </a:r>
            </a:p>
          </p:txBody>
        </p:sp>
      </p:grpSp>
      <p:sp>
        <p:nvSpPr>
          <p:cNvPr id="80" name="文本框 79">
            <a:extLst>
              <a:ext uri="{FF2B5EF4-FFF2-40B4-BE49-F238E27FC236}">
                <a16:creationId xmlns:a16="http://schemas.microsoft.com/office/drawing/2014/main" id="{40DB0A98-AB24-47F1-AD17-1DCD547BB4A6}"/>
              </a:ext>
            </a:extLst>
          </p:cNvPr>
          <p:cNvSpPr txBox="1"/>
          <p:nvPr/>
        </p:nvSpPr>
        <p:spPr>
          <a:xfrm>
            <a:off x="1371600" y="1096223"/>
            <a:ext cx="254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Model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234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D9B19-D393-5AB3-ABB7-1791A24D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9D067E55-934A-89F8-2EC7-ECD62A5418AA}"/>
              </a:ext>
            </a:extLst>
          </p:cNvPr>
          <p:cNvGrpSpPr/>
          <p:nvPr/>
        </p:nvGrpSpPr>
        <p:grpSpPr>
          <a:xfrm>
            <a:off x="1310432" y="1769402"/>
            <a:ext cx="8465402" cy="2816025"/>
            <a:chOff x="1310432" y="1769402"/>
            <a:chExt cx="8465402" cy="2816025"/>
          </a:xfrm>
        </p:grpSpPr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20979E78-A964-C4BB-E93F-6A9835525979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27914" y="2435587"/>
              <a:ext cx="1069333" cy="1069333"/>
            </a:xfrm>
            <a:prstGeom prst="rect">
              <a:avLst/>
            </a:prstGeom>
          </p:spPr>
        </p:pic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D34D6514-79BC-93F1-11E9-1C00C68C5F0F}"/>
                </a:ext>
              </a:extLst>
            </p:cNvPr>
            <p:cNvGrpSpPr/>
            <p:nvPr/>
          </p:nvGrpSpPr>
          <p:grpSpPr>
            <a:xfrm>
              <a:off x="4259967" y="2478838"/>
              <a:ext cx="1004459" cy="1047708"/>
              <a:chOff x="8244716" y="2823519"/>
              <a:chExt cx="1004459" cy="1047708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10F07903-0FF6-4D9D-E1D8-F6B4D43C569F}"/>
                  </a:ext>
                </a:extLst>
              </p:cNvPr>
              <p:cNvSpPr/>
              <p:nvPr/>
            </p:nvSpPr>
            <p:spPr>
              <a:xfrm>
                <a:off x="8244716" y="2823519"/>
                <a:ext cx="1004459" cy="1047708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6" name="图形 15">
                <a:extLst>
                  <a:ext uri="{FF2B5EF4-FFF2-40B4-BE49-F238E27FC236}">
                    <a16:creationId xmlns:a16="http://schemas.microsoft.com/office/drawing/2014/main" id="{161DABB4-EED1-05FE-341A-05987BA6AB6A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244716" y="2845143"/>
                <a:ext cx="1004459" cy="1004459"/>
              </a:xfrm>
              <a:prstGeom prst="rect">
                <a:avLst/>
              </a:prstGeom>
            </p:spPr>
          </p:pic>
        </p:grpSp>
        <p:pic>
          <p:nvPicPr>
            <p:cNvPr id="20" name="图形 19">
              <a:extLst>
                <a:ext uri="{FF2B5EF4-FFF2-40B4-BE49-F238E27FC236}">
                  <a16:creationId xmlns:a16="http://schemas.microsoft.com/office/drawing/2014/main" id="{01ED4F45-FFF8-58D4-735A-C1097730571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257178" y="2478838"/>
              <a:ext cx="1047709" cy="1047709"/>
            </a:xfrm>
            <a:prstGeom prst="rect">
              <a:avLst/>
            </a:prstGeom>
          </p:spPr>
        </p:pic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68ED5691-41EE-5FCA-6454-430FABEC3DFF}"/>
                </a:ext>
              </a:extLst>
            </p:cNvPr>
            <p:cNvCxnSpPr>
              <a:cxnSpLocks/>
            </p:cNvCxnSpPr>
            <p:nvPr/>
          </p:nvCxnSpPr>
          <p:spPr>
            <a:xfrm>
              <a:off x="2944571" y="2910074"/>
              <a:ext cx="111210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905506F-DB94-2B2F-05CB-4EE00B7634A4}"/>
                </a:ext>
              </a:extLst>
            </p:cNvPr>
            <p:cNvSpPr txBox="1"/>
            <p:nvPr/>
          </p:nvSpPr>
          <p:spPr>
            <a:xfrm>
              <a:off x="7749326" y="3540681"/>
              <a:ext cx="2026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Relying Party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5B1700D1-654F-0176-2A4E-B154CD6E0B30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92493" y="2429237"/>
              <a:ext cx="1069333" cy="1069333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DF0E6F7-8FB5-C293-0BEB-3E12C87ACEF6}"/>
                </a:ext>
              </a:extLst>
            </p:cNvPr>
            <p:cNvSpPr txBox="1"/>
            <p:nvPr/>
          </p:nvSpPr>
          <p:spPr>
            <a:xfrm>
              <a:off x="1310432" y="3526544"/>
              <a:ext cx="2026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Attester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91465A41-91E4-BDA2-6D70-ABBE498AFDA0}"/>
                </a:ext>
              </a:extLst>
            </p:cNvPr>
            <p:cNvSpPr txBox="1"/>
            <p:nvPr/>
          </p:nvSpPr>
          <p:spPr>
            <a:xfrm>
              <a:off x="3734294" y="2135566"/>
              <a:ext cx="2026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TEE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29003E9-6BF5-FC55-CAAB-42F774F48BF8}"/>
                </a:ext>
              </a:extLst>
            </p:cNvPr>
            <p:cNvSpPr txBox="1"/>
            <p:nvPr/>
          </p:nvSpPr>
          <p:spPr>
            <a:xfrm>
              <a:off x="5832137" y="3539106"/>
              <a:ext cx="2026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 Service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EC59B05E-CD0A-27A7-4F29-60F6FCE8D1B0}"/>
                </a:ext>
              </a:extLst>
            </p:cNvPr>
            <p:cNvSpPr txBox="1"/>
            <p:nvPr/>
          </p:nvSpPr>
          <p:spPr>
            <a:xfrm>
              <a:off x="4056680" y="1769402"/>
              <a:ext cx="266382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ctr">
                <a:buFont typeface="+mj-ea"/>
                <a:buAutoNum type="circleNumDbPlain"/>
              </a:pPr>
              <a:r>
                <a:rPr lang="en-US" altLang="zh-CN" dirty="0">
                  <a:latin typeface="Times New Roman" panose="02020603050405020304" charset="0"/>
                  <a:cs typeface="Times New Roman" panose="02020603050405020304" charset="0"/>
                </a:rPr>
                <a:t>Nonce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5878368E-2575-0278-892C-3067B584EB32}"/>
                </a:ext>
              </a:extLst>
            </p:cNvPr>
            <p:cNvSpPr txBox="1"/>
            <p:nvPr/>
          </p:nvSpPr>
          <p:spPr>
            <a:xfrm>
              <a:off x="2802274" y="2524681"/>
              <a:ext cx="130760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charset="0"/>
                  <a:cs typeface="Times New Roman" panose="02020603050405020304" charset="0"/>
                </a:rPr>
                <a:t>Nonce</a:t>
              </a:r>
            </a:p>
          </p:txBody>
        </p:sp>
        <p:cxnSp>
          <p:nvCxnSpPr>
            <p:cNvPr id="47" name="连接符: 肘形 46">
              <a:extLst>
                <a:ext uri="{FF2B5EF4-FFF2-40B4-BE49-F238E27FC236}">
                  <a16:creationId xmlns:a16="http://schemas.microsoft.com/office/drawing/2014/main" id="{3FFB6D34-765A-E913-93D1-CA8EFE4DE99A}"/>
                </a:ext>
              </a:extLst>
            </p:cNvPr>
            <p:cNvCxnSpPr>
              <a:cxnSpLocks/>
              <a:stCxn id="9" idx="0"/>
              <a:endCxn id="38" idx="0"/>
            </p:cNvCxnSpPr>
            <p:nvPr/>
          </p:nvCxnSpPr>
          <p:spPr>
            <a:xfrm rot="16200000" flipV="1">
              <a:off x="5541696" y="-785299"/>
              <a:ext cx="6350" cy="6435421"/>
            </a:xfrm>
            <a:prstGeom prst="bentConnector3">
              <a:avLst>
                <a:gd name="adj1" fmla="val 370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3807E563-2865-232D-1734-5FAFBE8963B1}"/>
                </a:ext>
              </a:extLst>
            </p:cNvPr>
            <p:cNvSpPr txBox="1"/>
            <p:nvPr/>
          </p:nvSpPr>
          <p:spPr>
            <a:xfrm>
              <a:off x="4429370" y="2562179"/>
              <a:ext cx="266382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ctr">
                <a:buFont typeface="+mj-ea"/>
                <a:buAutoNum type="circleNumDbPlain" startAt="2"/>
              </a:pPr>
              <a:r>
                <a:rPr lang="en-US" altLang="zh-CN" dirty="0">
                  <a:latin typeface="Times New Roman" panose="02020603050405020304" charset="0"/>
                  <a:cs typeface="Times New Roman" panose="02020603050405020304" charset="0"/>
                </a:rPr>
                <a:t>Report</a:t>
              </a: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C6E6ADC-F91B-C6DE-C789-FF672DEDB131}"/>
                </a:ext>
              </a:extLst>
            </p:cNvPr>
            <p:cNvSpPr txBox="1"/>
            <p:nvPr/>
          </p:nvSpPr>
          <p:spPr>
            <a:xfrm>
              <a:off x="4428889" y="4217127"/>
              <a:ext cx="266382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ctr">
                <a:buFont typeface="+mj-ea"/>
                <a:buAutoNum type="circleNumDbPlain" startAt="4"/>
              </a:pP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Token</a:t>
              </a:r>
              <a:endParaRPr lang="en-US" altLang="zh-CN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1F26187B-6042-77B1-882E-D4185C8E0BBF}"/>
                </a:ext>
              </a:extLst>
            </p:cNvPr>
            <p:cNvSpPr txBox="1"/>
            <p:nvPr/>
          </p:nvSpPr>
          <p:spPr>
            <a:xfrm>
              <a:off x="3415635" y="3791546"/>
              <a:ext cx="266382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ctr">
                <a:buFont typeface="+mj-ea"/>
                <a:buAutoNum type="circleNumDbPlain" startAt="3"/>
              </a:pPr>
              <a:r>
                <a:rPr lang="en-US" altLang="zh-CN" dirty="0">
                  <a:latin typeface="Times New Roman" panose="02020603050405020304" charset="0"/>
                  <a:cs typeface="Times New Roman" panose="02020603050405020304" charset="0"/>
                </a:rPr>
                <a:t>Token</a:t>
              </a:r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3BCF1752-345D-8716-FB57-E946631A188A}"/>
                </a:ext>
              </a:extLst>
            </p:cNvPr>
            <p:cNvCxnSpPr/>
            <p:nvPr/>
          </p:nvCxnSpPr>
          <p:spPr>
            <a:xfrm>
              <a:off x="5331941" y="2904419"/>
              <a:ext cx="92523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连接符: 肘形 7">
              <a:extLst>
                <a:ext uri="{FF2B5EF4-FFF2-40B4-BE49-F238E27FC236}">
                  <a16:creationId xmlns:a16="http://schemas.microsoft.com/office/drawing/2014/main" id="{DAE4128B-286B-392D-6D5A-F4DAF7B148F1}"/>
                </a:ext>
              </a:extLst>
            </p:cNvPr>
            <p:cNvCxnSpPr>
              <a:stCxn id="21" idx="2"/>
              <a:endCxn id="13" idx="2"/>
            </p:cNvCxnSpPr>
            <p:nvPr/>
          </p:nvCxnSpPr>
          <p:spPr>
            <a:xfrm rot="5400000" flipH="1">
              <a:off x="4578258" y="1641305"/>
              <a:ext cx="12562" cy="4521705"/>
            </a:xfrm>
            <a:prstGeom prst="bentConnector3">
              <a:avLst>
                <a:gd name="adj1" fmla="val -1819774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连接符: 肘形 10">
              <a:extLst>
                <a:ext uri="{FF2B5EF4-FFF2-40B4-BE49-F238E27FC236}">
                  <a16:creationId xmlns:a16="http://schemas.microsoft.com/office/drawing/2014/main" id="{0BDD92C1-C468-5A43-C408-1E9E6C09A1A2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>
              <a:off x="2112494" y="3909713"/>
              <a:ext cx="6650086" cy="300"/>
            </a:xfrm>
            <a:prstGeom prst="bentConnector4">
              <a:avLst>
                <a:gd name="adj1" fmla="val -119"/>
                <a:gd name="adj2" fmla="val 226391333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067DF36D-D4CF-CA16-099C-4B6DF27EBD53}"/>
              </a:ext>
            </a:extLst>
          </p:cNvPr>
          <p:cNvSpPr txBox="1"/>
          <p:nvPr/>
        </p:nvSpPr>
        <p:spPr>
          <a:xfrm>
            <a:off x="1371600" y="1096223"/>
            <a:ext cx="254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Passport Model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7831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21579549,21579545,20265017,21597629,4685908],&quot;65&quot;:[20205081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21579549,21579545,20265017,21597629,4685908],&quot;65&quot;:[20205081]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.25,&quot;left&quot;:153.15,&quot;top&quot;:145.35,&quot;width&quot;:556.6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371</TotalTime>
  <Words>154</Words>
  <Application>Microsoft Office PowerPoint</Application>
  <PresentationFormat>宽屏</PresentationFormat>
  <Paragraphs>127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Arial</vt:lpstr>
      <vt:lpstr>Cambria Math</vt:lpstr>
      <vt:lpstr>Times New Roman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浩 王</cp:lastModifiedBy>
  <cp:revision>163</cp:revision>
  <dcterms:created xsi:type="dcterms:W3CDTF">2019-06-19T02:08:00Z</dcterms:created>
  <dcterms:modified xsi:type="dcterms:W3CDTF">2025-12-24T07:28:37Z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47AD970D2B774B889CFB0A78EBAAE497_11</vt:lpwstr>
  </property>
</Properties>
</file>